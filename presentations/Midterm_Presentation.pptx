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7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8" r:id="rId2"/>
    <p:sldId id="257" r:id="rId3"/>
    <p:sldId id="298" r:id="rId4"/>
    <p:sldId id="258" r:id="rId5"/>
    <p:sldId id="260" r:id="rId6"/>
    <p:sldId id="299" r:id="rId7"/>
    <p:sldId id="301" r:id="rId8"/>
    <p:sldId id="303" r:id="rId9"/>
    <p:sldId id="304" r:id="rId10"/>
    <p:sldId id="27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5A98"/>
    <a:srgbClr val="232D4B"/>
    <a:srgbClr val="D28A25"/>
    <a:srgbClr val="EB5F0C"/>
    <a:srgbClr val="616161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12ED05-FF42-44E8-99F9-FAADAC479CF6}" v="525" dt="2025-11-17T07:50:25.8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63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gxueyi1028@163.com" userId="7737b5b224c888cb" providerId="LiveId" clId="{76562D09-5E20-4576-93D8-89799E84FB85}"/>
    <pc:docChg chg="undo redo custSel addSld delSld modSld sldOrd">
      <pc:chgData name="zhangxueyi1028@163.com" userId="7737b5b224c888cb" providerId="LiveId" clId="{76562D09-5E20-4576-93D8-89799E84FB85}" dt="2025-11-17T07:50:25.889" v="2065"/>
      <pc:docMkLst>
        <pc:docMk/>
      </pc:docMkLst>
      <pc:sldChg chg="addSp delSp modSp del mod setBg">
        <pc:chgData name="zhangxueyi1028@163.com" userId="7737b5b224c888cb" providerId="LiveId" clId="{76562D09-5E20-4576-93D8-89799E84FB85}" dt="2025-11-17T05:46:20.274" v="584" actId="47"/>
        <pc:sldMkLst>
          <pc:docMk/>
          <pc:sldMk cId="2630037813" sldId="256"/>
        </pc:sldMkLst>
        <pc:spChg chg="mod">
          <ac:chgData name="zhangxueyi1028@163.com" userId="7737b5b224c888cb" providerId="LiveId" clId="{76562D09-5E20-4576-93D8-89799E84FB85}" dt="2025-11-17T05:36:23.639" v="512" actId="404"/>
          <ac:spMkLst>
            <pc:docMk/>
            <pc:sldMk cId="2630037813" sldId="256"/>
            <ac:spMk id="2" creationId="{8CD28F62-BB6A-7A2F-7228-BD8E9568ABD3}"/>
          </ac:spMkLst>
        </pc:spChg>
        <pc:spChg chg="mod">
          <ac:chgData name="zhangxueyi1028@163.com" userId="7737b5b224c888cb" providerId="LiveId" clId="{76562D09-5E20-4576-93D8-89799E84FB85}" dt="2025-11-17T05:36:22.723" v="508" actId="403"/>
          <ac:spMkLst>
            <pc:docMk/>
            <pc:sldMk cId="2630037813" sldId="256"/>
            <ac:spMk id="3" creationId="{9ED8E6F4-9CF2-CCF7-C8C2-C0929C347CFF}"/>
          </ac:spMkLst>
        </pc:spChg>
        <pc:spChg chg="add del">
          <ac:chgData name="zhangxueyi1028@163.com" userId="7737b5b224c888cb" providerId="LiveId" clId="{76562D09-5E20-4576-93D8-89799E84FB85}" dt="2025-11-17T05:18:14.713" v="438" actId="26606"/>
          <ac:spMkLst>
            <pc:docMk/>
            <pc:sldMk cId="2630037813" sldId="256"/>
            <ac:spMk id="8" creationId="{C2554CA6-288E-4202-BC52-2E5A8F0C0AED}"/>
          </ac:spMkLst>
        </pc:spChg>
        <pc:spChg chg="add del">
          <ac:chgData name="zhangxueyi1028@163.com" userId="7737b5b224c888cb" providerId="LiveId" clId="{76562D09-5E20-4576-93D8-89799E84FB85}" dt="2025-11-17T05:18:14.713" v="438" actId="26606"/>
          <ac:spMkLst>
            <pc:docMk/>
            <pc:sldMk cId="2630037813" sldId="256"/>
            <ac:spMk id="10" creationId="{B10BB131-AC8E-4A8E-A5D1-36260F720C3B}"/>
          </ac:spMkLst>
        </pc:spChg>
        <pc:spChg chg="add del">
          <ac:chgData name="zhangxueyi1028@163.com" userId="7737b5b224c888cb" providerId="LiveId" clId="{76562D09-5E20-4576-93D8-89799E84FB85}" dt="2025-11-17T05:18:14.713" v="438" actId="26606"/>
          <ac:spMkLst>
            <pc:docMk/>
            <pc:sldMk cId="2630037813" sldId="256"/>
            <ac:spMk id="12" creationId="{5B7778FC-632E-4DCA-A7CB-0D7731CCF970}"/>
          </ac:spMkLst>
        </pc:spChg>
        <pc:spChg chg="add del">
          <ac:chgData name="zhangxueyi1028@163.com" userId="7737b5b224c888cb" providerId="LiveId" clId="{76562D09-5E20-4576-93D8-89799E84FB85}" dt="2025-11-17T05:18:14.713" v="438" actId="26606"/>
          <ac:spMkLst>
            <pc:docMk/>
            <pc:sldMk cId="2630037813" sldId="256"/>
            <ac:spMk id="14" creationId="{FA23A907-97FB-4A8F-880A-DD77401C4296}"/>
          </ac:spMkLst>
        </pc:spChg>
        <pc:spChg chg="add">
          <ac:chgData name="zhangxueyi1028@163.com" userId="7737b5b224c888cb" providerId="LiveId" clId="{76562D09-5E20-4576-93D8-89799E84FB85}" dt="2025-11-17T05:18:14.713" v="438" actId="26606"/>
          <ac:spMkLst>
            <pc:docMk/>
            <pc:sldMk cId="2630037813" sldId="256"/>
            <ac:spMk id="19" creationId="{18873D23-2DCF-4B31-A009-95721C06E8E1}"/>
          </ac:spMkLst>
        </pc:spChg>
        <pc:spChg chg="add">
          <ac:chgData name="zhangxueyi1028@163.com" userId="7737b5b224c888cb" providerId="LiveId" clId="{76562D09-5E20-4576-93D8-89799E84FB85}" dt="2025-11-17T05:18:14.713" v="438" actId="26606"/>
          <ac:spMkLst>
            <pc:docMk/>
            <pc:sldMk cId="2630037813" sldId="256"/>
            <ac:spMk id="21" creationId="{C13EF075-D4EF-4929-ADBC-91B27DA19955}"/>
          </ac:spMkLst>
        </pc:spChg>
        <pc:grpChg chg="add">
          <ac:chgData name="zhangxueyi1028@163.com" userId="7737b5b224c888cb" providerId="LiveId" clId="{76562D09-5E20-4576-93D8-89799E84FB85}" dt="2025-11-17T05:18:14.713" v="438" actId="26606"/>
          <ac:grpSpMkLst>
            <pc:docMk/>
            <pc:sldMk cId="2630037813" sldId="256"/>
            <ac:grpSpMk id="23" creationId="{DAA26DFA-AAB2-4973-9C17-16D587C7B198}"/>
          </ac:grpSpMkLst>
        </pc:grpChg>
        <pc:picChg chg="add del mod">
          <ac:chgData name="zhangxueyi1028@163.com" userId="7737b5b224c888cb" providerId="LiveId" clId="{76562D09-5E20-4576-93D8-89799E84FB85}" dt="2025-11-17T05:20:25.038" v="450" actId="478"/>
          <ac:picMkLst>
            <pc:docMk/>
            <pc:sldMk cId="2630037813" sldId="256"/>
            <ac:picMk id="3074" creationId="{49CE6796-843B-8AC5-021A-72500D619961}"/>
          </ac:picMkLst>
        </pc:picChg>
        <pc:picChg chg="add del mod">
          <ac:chgData name="zhangxueyi1028@163.com" userId="7737b5b224c888cb" providerId="LiveId" clId="{76562D09-5E20-4576-93D8-89799E84FB85}" dt="2025-11-17T05:24:55.739" v="464" actId="478"/>
          <ac:picMkLst>
            <pc:docMk/>
            <pc:sldMk cId="2630037813" sldId="256"/>
            <ac:picMk id="3076" creationId="{228B9E69-7722-529A-F137-7B79C1DA74C8}"/>
          </ac:picMkLst>
        </pc:picChg>
      </pc:sldChg>
      <pc:sldChg chg="addSp delSp modSp mod modTransition setBg addAnim modAnim chgLayout">
        <pc:chgData name="zhangxueyi1028@163.com" userId="7737b5b224c888cb" providerId="LiveId" clId="{76562D09-5E20-4576-93D8-89799E84FB85}" dt="2025-11-17T07:50:25.889" v="2065"/>
        <pc:sldMkLst>
          <pc:docMk/>
          <pc:sldMk cId="3783439911" sldId="257"/>
        </pc:sldMkLst>
        <pc:spChg chg="add del mod">
          <ac:chgData name="zhangxueyi1028@163.com" userId="7737b5b224c888cb" providerId="LiveId" clId="{76562D09-5E20-4576-93D8-89799E84FB85}" dt="2025-11-17T02:33:58.616" v="3" actId="6264"/>
          <ac:spMkLst>
            <pc:docMk/>
            <pc:sldMk cId="3783439911" sldId="257"/>
            <ac:spMk id="2" creationId="{CC1D124C-5F05-923D-7285-D5ADB641F39E}"/>
          </ac:spMkLst>
        </pc:spChg>
        <pc:spChg chg="add del mod">
          <ac:chgData name="zhangxueyi1028@163.com" userId="7737b5b224c888cb" providerId="LiveId" clId="{76562D09-5E20-4576-93D8-89799E84FB85}" dt="2025-11-17T02:33:58.616" v="3" actId="6264"/>
          <ac:spMkLst>
            <pc:docMk/>
            <pc:sldMk cId="3783439911" sldId="257"/>
            <ac:spMk id="3" creationId="{A7F1F7AE-1BFD-4CDD-BA97-BAEDCDBAA92B}"/>
          </ac:spMkLst>
        </pc:spChg>
        <pc:spChg chg="mod ord">
          <ac:chgData name="zhangxueyi1028@163.com" userId="7737b5b224c888cb" providerId="LiveId" clId="{76562D09-5E20-4576-93D8-89799E84FB85}" dt="2025-11-17T04:34:08.918" v="162" actId="1076"/>
          <ac:spMkLst>
            <pc:docMk/>
            <pc:sldMk cId="3783439911" sldId="257"/>
            <ac:spMk id="4" creationId="{C0020C81-CF5D-ABB4-0B67-852582F94032}"/>
          </ac:spMkLst>
        </pc:spChg>
        <pc:spChg chg="add del mod ord">
          <ac:chgData name="zhangxueyi1028@163.com" userId="7737b5b224c888cb" providerId="LiveId" clId="{76562D09-5E20-4576-93D8-89799E84FB85}" dt="2025-11-17T02:33:58.616" v="3" actId="6264"/>
          <ac:spMkLst>
            <pc:docMk/>
            <pc:sldMk cId="3783439911" sldId="257"/>
            <ac:spMk id="5" creationId="{3678A3A1-8D8E-68DA-BF40-AF5EB8D98815}"/>
          </ac:spMkLst>
        </pc:spChg>
        <pc:spChg chg="del mod ord">
          <ac:chgData name="zhangxueyi1028@163.com" userId="7737b5b224c888cb" providerId="LiveId" clId="{76562D09-5E20-4576-93D8-89799E84FB85}" dt="2025-11-17T02:36:00.383" v="12" actId="478"/>
          <ac:spMkLst>
            <pc:docMk/>
            <pc:sldMk cId="3783439911" sldId="257"/>
            <ac:spMk id="6" creationId="{81F55625-D687-9A0C-E964-23CAD09A98B8}"/>
          </ac:spMkLst>
        </pc:spChg>
        <pc:spChg chg="add del mod">
          <ac:chgData name="zhangxueyi1028@163.com" userId="7737b5b224c888cb" providerId="LiveId" clId="{76562D09-5E20-4576-93D8-89799E84FB85}" dt="2025-11-17T02:36:01.726" v="13" actId="478"/>
          <ac:spMkLst>
            <pc:docMk/>
            <pc:sldMk cId="3783439911" sldId="257"/>
            <ac:spMk id="8" creationId="{62A5558D-0281-6E16-7F21-7871E103F06E}"/>
          </ac:spMkLst>
        </pc:spChg>
        <pc:spChg chg="mod">
          <ac:chgData name="zhangxueyi1028@163.com" userId="7737b5b224c888cb" providerId="LiveId" clId="{76562D09-5E20-4576-93D8-89799E84FB85}" dt="2025-11-17T02:52:09.706" v="47" actId="3062"/>
          <ac:spMkLst>
            <pc:docMk/>
            <pc:sldMk cId="3783439911" sldId="257"/>
            <ac:spMk id="11" creationId="{F3B5B22B-2E5D-1650-4907-67EEBE1B883C}"/>
          </ac:spMkLst>
        </pc:spChg>
        <pc:spChg chg="mod">
          <ac:chgData name="zhangxueyi1028@163.com" userId="7737b5b224c888cb" providerId="LiveId" clId="{76562D09-5E20-4576-93D8-89799E84FB85}" dt="2025-11-17T02:52:09.706" v="47" actId="3062"/>
          <ac:spMkLst>
            <pc:docMk/>
            <pc:sldMk cId="3783439911" sldId="257"/>
            <ac:spMk id="12" creationId="{512D5A7D-A329-D5C6-113C-A2DA215E6FA6}"/>
          </ac:spMkLst>
        </pc:spChg>
        <pc:spChg chg="mod">
          <ac:chgData name="zhangxueyi1028@163.com" userId="7737b5b224c888cb" providerId="LiveId" clId="{76562D09-5E20-4576-93D8-89799E84FB85}" dt="2025-11-17T02:52:09.706" v="47" actId="3062"/>
          <ac:spMkLst>
            <pc:docMk/>
            <pc:sldMk cId="3783439911" sldId="257"/>
            <ac:spMk id="14" creationId="{A5B6707D-8AF6-3E62-DFC2-205CE1BAAB81}"/>
          </ac:spMkLst>
        </pc:spChg>
        <pc:spChg chg="mod">
          <ac:chgData name="zhangxueyi1028@163.com" userId="7737b5b224c888cb" providerId="LiveId" clId="{76562D09-5E20-4576-93D8-89799E84FB85}" dt="2025-11-17T02:52:09.706" v="47" actId="3062"/>
          <ac:spMkLst>
            <pc:docMk/>
            <pc:sldMk cId="3783439911" sldId="257"/>
            <ac:spMk id="15" creationId="{8F2FA732-BF14-0005-0F36-5A832C596C75}"/>
          </ac:spMkLst>
        </pc:spChg>
        <pc:spChg chg="mod">
          <ac:chgData name="zhangxueyi1028@163.com" userId="7737b5b224c888cb" providerId="LiveId" clId="{76562D09-5E20-4576-93D8-89799E84FB85}" dt="2025-11-17T02:52:09.706" v="47" actId="3062"/>
          <ac:spMkLst>
            <pc:docMk/>
            <pc:sldMk cId="3783439911" sldId="257"/>
            <ac:spMk id="17" creationId="{57220898-F0C2-DC95-298E-E0E6C222072E}"/>
          </ac:spMkLst>
        </pc:spChg>
        <pc:spChg chg="mod">
          <ac:chgData name="zhangxueyi1028@163.com" userId="7737b5b224c888cb" providerId="LiveId" clId="{76562D09-5E20-4576-93D8-89799E84FB85}" dt="2025-11-17T02:52:09.706" v="47" actId="3062"/>
          <ac:spMkLst>
            <pc:docMk/>
            <pc:sldMk cId="3783439911" sldId="257"/>
            <ac:spMk id="18" creationId="{4B3327BD-832D-3ECD-D1D7-E33C223ADB73}"/>
          </ac:spMkLst>
        </pc:spChg>
        <pc:spChg chg="add mod">
          <ac:chgData name="zhangxueyi1028@163.com" userId="7737b5b224c888cb" providerId="LiveId" clId="{76562D09-5E20-4576-93D8-89799E84FB85}" dt="2025-11-17T06:14:52.557" v="994"/>
          <ac:spMkLst>
            <pc:docMk/>
            <pc:sldMk cId="3783439911" sldId="257"/>
            <ac:spMk id="19" creationId="{36163C57-3E72-82D6-3B22-4C4F70E54CE1}"/>
          </ac:spMkLst>
        </pc:spChg>
        <pc:spChg chg="add mod">
          <ac:chgData name="zhangxueyi1028@163.com" userId="7737b5b224c888cb" providerId="LiveId" clId="{76562D09-5E20-4576-93D8-89799E84FB85}" dt="2025-11-17T06:15:24.951" v="1000" actId="1076"/>
          <ac:spMkLst>
            <pc:docMk/>
            <pc:sldMk cId="3783439911" sldId="257"/>
            <ac:spMk id="20" creationId="{480F52B8-3179-C95B-E9F7-4D40AF6381AC}"/>
          </ac:spMkLst>
        </pc:spChg>
        <pc:spChg chg="mod">
          <ac:chgData name="zhangxueyi1028@163.com" userId="7737b5b224c888cb" providerId="LiveId" clId="{76562D09-5E20-4576-93D8-89799E84FB85}" dt="2025-11-17T06:15:56.787" v="1006" actId="1076"/>
          <ac:spMkLst>
            <pc:docMk/>
            <pc:sldMk cId="3783439911" sldId="257"/>
            <ac:spMk id="21" creationId="{2302A8DF-C695-FBEC-FC2B-532892275EB5}"/>
          </ac:spMkLst>
        </pc:spChg>
        <pc:spChg chg="mod">
          <ac:chgData name="zhangxueyi1028@163.com" userId="7737b5b224c888cb" providerId="LiveId" clId="{76562D09-5E20-4576-93D8-89799E84FB85}" dt="2025-11-17T02:47:36.811" v="16"/>
          <ac:spMkLst>
            <pc:docMk/>
            <pc:sldMk cId="3783439911" sldId="257"/>
            <ac:spMk id="25" creationId="{F36F0CEF-F38C-D256-43BE-0BBA7B517B80}"/>
          </ac:spMkLst>
        </pc:spChg>
        <pc:spChg chg="mod">
          <ac:chgData name="zhangxueyi1028@163.com" userId="7737b5b224c888cb" providerId="LiveId" clId="{76562D09-5E20-4576-93D8-89799E84FB85}" dt="2025-11-17T02:47:36.811" v="16"/>
          <ac:spMkLst>
            <pc:docMk/>
            <pc:sldMk cId="3783439911" sldId="257"/>
            <ac:spMk id="27" creationId="{9B2115AA-F091-67A8-68BD-84DD548744F2}"/>
          </ac:spMkLst>
        </pc:spChg>
        <pc:spChg chg="mod">
          <ac:chgData name="zhangxueyi1028@163.com" userId="7737b5b224c888cb" providerId="LiveId" clId="{76562D09-5E20-4576-93D8-89799E84FB85}" dt="2025-11-17T02:47:36.811" v="16"/>
          <ac:spMkLst>
            <pc:docMk/>
            <pc:sldMk cId="3783439911" sldId="257"/>
            <ac:spMk id="30" creationId="{F16A7258-CAB6-7F3D-61E6-E842C2782E97}"/>
          </ac:spMkLst>
        </pc:spChg>
        <pc:spChg chg="add del mod">
          <ac:chgData name="zhangxueyi1028@163.com" userId="7737b5b224c888cb" providerId="LiveId" clId="{76562D09-5E20-4576-93D8-89799E84FB85}" dt="2025-11-17T02:51:27.543" v="44" actId="478"/>
          <ac:spMkLst>
            <pc:docMk/>
            <pc:sldMk cId="3783439911" sldId="257"/>
            <ac:spMk id="32" creationId="{2B5B6D38-3745-58ED-7CDE-D277367F09E0}"/>
          </ac:spMkLst>
        </pc:spChg>
        <pc:spChg chg="del mod">
          <ac:chgData name="zhangxueyi1028@163.com" userId="7737b5b224c888cb" providerId="LiveId" clId="{76562D09-5E20-4576-93D8-89799E84FB85}" dt="2025-11-17T02:51:27.543" v="44" actId="478"/>
          <ac:spMkLst>
            <pc:docMk/>
            <pc:sldMk cId="3783439911" sldId="257"/>
            <ac:spMk id="33" creationId="{92293391-A7DC-08CD-82BA-8F642565A7A3}"/>
          </ac:spMkLst>
        </pc:spChg>
        <pc:spChg chg="del mod">
          <ac:chgData name="zhangxueyi1028@163.com" userId="7737b5b224c888cb" providerId="LiveId" clId="{76562D09-5E20-4576-93D8-89799E84FB85}" dt="2025-11-17T02:51:27.543" v="44" actId="478"/>
          <ac:spMkLst>
            <pc:docMk/>
            <pc:sldMk cId="3783439911" sldId="257"/>
            <ac:spMk id="34" creationId="{0D92EDC2-93E1-CAE6-E6F3-CBD70050CF7F}"/>
          </ac:spMkLst>
        </pc:spChg>
        <pc:spChg chg="mod">
          <ac:chgData name="zhangxueyi1028@163.com" userId="7737b5b224c888cb" providerId="LiveId" clId="{76562D09-5E20-4576-93D8-89799E84FB85}" dt="2025-11-17T02:51:07.877" v="40"/>
          <ac:spMkLst>
            <pc:docMk/>
            <pc:sldMk cId="3783439911" sldId="257"/>
            <ac:spMk id="37" creationId="{BB4EFCA8-70C3-8EC9-897E-44996A8A620E}"/>
          </ac:spMkLst>
        </pc:spChg>
        <pc:spChg chg="mod">
          <ac:chgData name="zhangxueyi1028@163.com" userId="7737b5b224c888cb" providerId="LiveId" clId="{76562D09-5E20-4576-93D8-89799E84FB85}" dt="2025-11-17T02:51:07.877" v="40"/>
          <ac:spMkLst>
            <pc:docMk/>
            <pc:sldMk cId="3783439911" sldId="257"/>
            <ac:spMk id="38" creationId="{1C7CE5B1-F9D7-2044-E8A3-640DAD408F38}"/>
          </ac:spMkLst>
        </pc:spChg>
        <pc:spChg chg="mod">
          <ac:chgData name="zhangxueyi1028@163.com" userId="7737b5b224c888cb" providerId="LiveId" clId="{76562D09-5E20-4576-93D8-89799E84FB85}" dt="2025-11-17T02:51:07.877" v="40"/>
          <ac:spMkLst>
            <pc:docMk/>
            <pc:sldMk cId="3783439911" sldId="257"/>
            <ac:spMk id="40" creationId="{54DA4E48-BAAF-138D-93C7-122CE23C5565}"/>
          </ac:spMkLst>
        </pc:spChg>
        <pc:spChg chg="mod">
          <ac:chgData name="zhangxueyi1028@163.com" userId="7737b5b224c888cb" providerId="LiveId" clId="{76562D09-5E20-4576-93D8-89799E84FB85}" dt="2025-11-17T02:51:07.877" v="40"/>
          <ac:spMkLst>
            <pc:docMk/>
            <pc:sldMk cId="3783439911" sldId="257"/>
            <ac:spMk id="41" creationId="{77BD224C-0612-AF9F-4CE7-30E1D43EB8AC}"/>
          </ac:spMkLst>
        </pc:spChg>
        <pc:spChg chg="mod">
          <ac:chgData name="zhangxueyi1028@163.com" userId="7737b5b224c888cb" providerId="LiveId" clId="{76562D09-5E20-4576-93D8-89799E84FB85}" dt="2025-11-17T02:51:07.877" v="40"/>
          <ac:spMkLst>
            <pc:docMk/>
            <pc:sldMk cId="3783439911" sldId="257"/>
            <ac:spMk id="43" creationId="{5857239C-F240-D2A9-F19A-048E0625E268}"/>
          </ac:spMkLst>
        </pc:spChg>
        <pc:spChg chg="mod">
          <ac:chgData name="zhangxueyi1028@163.com" userId="7737b5b224c888cb" providerId="LiveId" clId="{76562D09-5E20-4576-93D8-89799E84FB85}" dt="2025-11-17T02:51:07.877" v="40"/>
          <ac:spMkLst>
            <pc:docMk/>
            <pc:sldMk cId="3783439911" sldId="257"/>
            <ac:spMk id="44" creationId="{B2AECD1A-EFD9-CD65-D31F-0A0D9BB69D5A}"/>
          </ac:spMkLst>
        </pc:spChg>
        <pc:spChg chg="mod">
          <ac:chgData name="zhangxueyi1028@163.com" userId="7737b5b224c888cb" providerId="LiveId" clId="{76562D09-5E20-4576-93D8-89799E84FB85}" dt="2025-11-17T02:52:15.179" v="48" actId="3062"/>
          <ac:spMkLst>
            <pc:docMk/>
            <pc:sldMk cId="3783439911" sldId="257"/>
            <ac:spMk id="47" creationId="{15D9EC9A-F7DA-8525-74A6-E281CE520429}"/>
          </ac:spMkLst>
        </pc:spChg>
        <pc:spChg chg="mod">
          <ac:chgData name="zhangxueyi1028@163.com" userId="7737b5b224c888cb" providerId="LiveId" clId="{76562D09-5E20-4576-93D8-89799E84FB85}" dt="2025-11-17T02:52:29.862" v="49" actId="20577"/>
          <ac:spMkLst>
            <pc:docMk/>
            <pc:sldMk cId="3783439911" sldId="257"/>
            <ac:spMk id="48" creationId="{8C298788-7EB3-2765-F720-3271F9B28DF7}"/>
          </ac:spMkLst>
        </pc:spChg>
        <pc:spChg chg="mod">
          <ac:chgData name="zhangxueyi1028@163.com" userId="7737b5b224c888cb" providerId="LiveId" clId="{76562D09-5E20-4576-93D8-89799E84FB85}" dt="2025-11-17T02:52:15.179" v="48" actId="3062"/>
          <ac:spMkLst>
            <pc:docMk/>
            <pc:sldMk cId="3783439911" sldId="257"/>
            <ac:spMk id="50" creationId="{FB31A768-DA02-3BA4-B1C8-50B77399B97A}"/>
          </ac:spMkLst>
        </pc:spChg>
        <pc:spChg chg="mod">
          <ac:chgData name="zhangxueyi1028@163.com" userId="7737b5b224c888cb" providerId="LiveId" clId="{76562D09-5E20-4576-93D8-89799E84FB85}" dt="2025-11-17T02:52:31.644" v="50" actId="20577"/>
          <ac:spMkLst>
            <pc:docMk/>
            <pc:sldMk cId="3783439911" sldId="257"/>
            <ac:spMk id="51" creationId="{9148EA85-C971-0A17-51C0-B74DCE8D05B5}"/>
          </ac:spMkLst>
        </pc:spChg>
        <pc:spChg chg="mod">
          <ac:chgData name="zhangxueyi1028@163.com" userId="7737b5b224c888cb" providerId="LiveId" clId="{76562D09-5E20-4576-93D8-89799E84FB85}" dt="2025-11-17T02:52:15.179" v="48" actId="3062"/>
          <ac:spMkLst>
            <pc:docMk/>
            <pc:sldMk cId="3783439911" sldId="257"/>
            <ac:spMk id="53" creationId="{B786BA57-C571-D583-B0FC-20D7638CC035}"/>
          </ac:spMkLst>
        </pc:spChg>
        <pc:spChg chg="mod">
          <ac:chgData name="zhangxueyi1028@163.com" userId="7737b5b224c888cb" providerId="LiveId" clId="{76562D09-5E20-4576-93D8-89799E84FB85}" dt="2025-11-17T02:52:32.709" v="51" actId="20577"/>
          <ac:spMkLst>
            <pc:docMk/>
            <pc:sldMk cId="3783439911" sldId="257"/>
            <ac:spMk id="54" creationId="{900E99FC-2739-3FDA-F21F-DA12CFA3A681}"/>
          </ac:spMkLst>
        </pc:spChg>
        <pc:spChg chg="add mod">
          <ac:chgData name="zhangxueyi1028@163.com" userId="7737b5b224c888cb" providerId="LiveId" clId="{76562D09-5E20-4576-93D8-89799E84FB85}" dt="2025-11-17T07:26:31.661" v="1615" actId="1076"/>
          <ac:spMkLst>
            <pc:docMk/>
            <pc:sldMk cId="3783439911" sldId="257"/>
            <ac:spMk id="55" creationId="{6D9515F8-6656-59C6-6A8A-8E034280F3FC}"/>
          </ac:spMkLst>
        </pc:spChg>
        <pc:spChg chg="add mod">
          <ac:chgData name="zhangxueyi1028@163.com" userId="7737b5b224c888cb" providerId="LiveId" clId="{76562D09-5E20-4576-93D8-89799E84FB85}" dt="2025-11-17T07:26:44.415" v="1619" actId="1076"/>
          <ac:spMkLst>
            <pc:docMk/>
            <pc:sldMk cId="3783439911" sldId="257"/>
            <ac:spMk id="56" creationId="{D63B88AD-624C-2A58-62A4-879CAB95B07E}"/>
          </ac:spMkLst>
        </pc:spChg>
        <pc:spChg chg="add mod">
          <ac:chgData name="zhangxueyi1028@163.com" userId="7737b5b224c888cb" providerId="LiveId" clId="{76562D09-5E20-4576-93D8-89799E84FB85}" dt="2025-11-17T07:27:22.955" v="1623" actId="1076"/>
          <ac:spMkLst>
            <pc:docMk/>
            <pc:sldMk cId="3783439911" sldId="257"/>
            <ac:spMk id="57" creationId="{69F444BD-4004-E3D8-B893-0561C87CF86E}"/>
          </ac:spMkLst>
        </pc:spChg>
        <pc:spChg chg="add del mod">
          <ac:chgData name="zhangxueyi1028@163.com" userId="7737b5b224c888cb" providerId="LiveId" clId="{76562D09-5E20-4576-93D8-89799E84FB85}" dt="2025-11-17T04:34:04.017" v="161" actId="478"/>
          <ac:spMkLst>
            <pc:docMk/>
            <pc:sldMk cId="3783439911" sldId="257"/>
            <ac:spMk id="58" creationId="{DA5E761E-F65D-64FC-029F-B9131CFAEE70}"/>
          </ac:spMkLst>
        </pc:spChg>
        <pc:grpChg chg="mod">
          <ac:chgData name="zhangxueyi1028@163.com" userId="7737b5b224c888cb" providerId="LiveId" clId="{76562D09-5E20-4576-93D8-89799E84FB85}" dt="2025-11-17T02:50:00.991" v="31" actId="207"/>
          <ac:grpSpMkLst>
            <pc:docMk/>
            <pc:sldMk cId="3783439911" sldId="257"/>
            <ac:grpSpMk id="10" creationId="{E918B013-AC47-F6FA-43D7-1280E9622228}"/>
          </ac:grpSpMkLst>
        </pc:grpChg>
        <pc:grpChg chg="mod">
          <ac:chgData name="zhangxueyi1028@163.com" userId="7737b5b224c888cb" providerId="LiveId" clId="{76562D09-5E20-4576-93D8-89799E84FB85}" dt="2025-11-17T02:50:00.991" v="31" actId="207"/>
          <ac:grpSpMkLst>
            <pc:docMk/>
            <pc:sldMk cId="3783439911" sldId="257"/>
            <ac:grpSpMk id="13" creationId="{4FA91B10-4B7B-BFBD-B7B4-D63A4C00A55A}"/>
          </ac:grpSpMkLst>
        </pc:grpChg>
        <pc:grpChg chg="mod">
          <ac:chgData name="zhangxueyi1028@163.com" userId="7737b5b224c888cb" providerId="LiveId" clId="{76562D09-5E20-4576-93D8-89799E84FB85}" dt="2025-11-17T02:50:00.991" v="31" actId="207"/>
          <ac:grpSpMkLst>
            <pc:docMk/>
            <pc:sldMk cId="3783439911" sldId="257"/>
            <ac:grpSpMk id="16" creationId="{41C1AEDF-C58E-5A8E-ABC1-19A3E726392A}"/>
          </ac:grpSpMkLst>
        </pc:grpChg>
        <pc:grpChg chg="del mod">
          <ac:chgData name="zhangxueyi1028@163.com" userId="7737b5b224c888cb" providerId="LiveId" clId="{76562D09-5E20-4576-93D8-89799E84FB85}" dt="2025-11-17T02:51:27.543" v="44" actId="478"/>
          <ac:grpSpMkLst>
            <pc:docMk/>
            <pc:sldMk cId="3783439911" sldId="257"/>
            <ac:grpSpMk id="23" creationId="{CA0F569E-ABC0-65DB-0B78-2D889E550043}"/>
          </ac:grpSpMkLst>
        </pc:grpChg>
        <pc:grpChg chg="del mod">
          <ac:chgData name="zhangxueyi1028@163.com" userId="7737b5b224c888cb" providerId="LiveId" clId="{76562D09-5E20-4576-93D8-89799E84FB85}" dt="2025-11-17T02:51:27.543" v="44" actId="478"/>
          <ac:grpSpMkLst>
            <pc:docMk/>
            <pc:sldMk cId="3783439911" sldId="257"/>
            <ac:grpSpMk id="26" creationId="{C9AC1408-01AC-228E-4575-6A24F0D7FA87}"/>
          </ac:grpSpMkLst>
        </pc:grpChg>
        <pc:grpChg chg="del mod">
          <ac:chgData name="zhangxueyi1028@163.com" userId="7737b5b224c888cb" providerId="LiveId" clId="{76562D09-5E20-4576-93D8-89799E84FB85}" dt="2025-11-17T02:51:27.543" v="44" actId="478"/>
          <ac:grpSpMkLst>
            <pc:docMk/>
            <pc:sldMk cId="3783439911" sldId="257"/>
            <ac:grpSpMk id="29" creationId="{C9D2CAD7-DA41-9912-21E3-3447336815EA}"/>
          </ac:grpSpMkLst>
        </pc:grpChg>
        <pc:grpChg chg="add del mod">
          <ac:chgData name="zhangxueyi1028@163.com" userId="7737b5b224c888cb" providerId="LiveId" clId="{76562D09-5E20-4576-93D8-89799E84FB85}" dt="2025-11-17T02:51:23.050" v="43" actId="478"/>
          <ac:grpSpMkLst>
            <pc:docMk/>
            <pc:sldMk cId="3783439911" sldId="257"/>
            <ac:grpSpMk id="36" creationId="{73A9B6F8-B7CA-76A7-B3E7-B8D69641A073}"/>
          </ac:grpSpMkLst>
        </pc:grpChg>
        <pc:grpChg chg="add del mod">
          <ac:chgData name="zhangxueyi1028@163.com" userId="7737b5b224c888cb" providerId="LiveId" clId="{76562D09-5E20-4576-93D8-89799E84FB85}" dt="2025-11-17T02:51:23.050" v="43" actId="478"/>
          <ac:grpSpMkLst>
            <pc:docMk/>
            <pc:sldMk cId="3783439911" sldId="257"/>
            <ac:grpSpMk id="39" creationId="{CB5E5245-168D-9B08-56B5-61CF5A39247C}"/>
          </ac:grpSpMkLst>
        </pc:grpChg>
        <pc:grpChg chg="add del mod">
          <ac:chgData name="zhangxueyi1028@163.com" userId="7737b5b224c888cb" providerId="LiveId" clId="{76562D09-5E20-4576-93D8-89799E84FB85}" dt="2025-11-17T02:51:23.050" v="43" actId="478"/>
          <ac:grpSpMkLst>
            <pc:docMk/>
            <pc:sldMk cId="3783439911" sldId="257"/>
            <ac:grpSpMk id="42" creationId="{7497CCB7-2B37-F481-9C32-4AE989CD32D5}"/>
          </ac:grpSpMkLst>
        </pc:grpChg>
        <pc:grpChg chg="add mod">
          <ac:chgData name="zhangxueyi1028@163.com" userId="7737b5b224c888cb" providerId="LiveId" clId="{76562D09-5E20-4576-93D8-89799E84FB85}" dt="2025-11-17T02:51:36.149" v="46" actId="1076"/>
          <ac:grpSpMkLst>
            <pc:docMk/>
            <pc:sldMk cId="3783439911" sldId="257"/>
            <ac:grpSpMk id="46" creationId="{F3E73727-E45E-A7B5-B8CC-3018767FE37A}"/>
          </ac:grpSpMkLst>
        </pc:grpChg>
        <pc:grpChg chg="mod">
          <ac:chgData name="zhangxueyi1028@163.com" userId="7737b5b224c888cb" providerId="LiveId" clId="{76562D09-5E20-4576-93D8-89799E84FB85}" dt="2025-11-17T02:51:36.149" v="46" actId="1076"/>
          <ac:grpSpMkLst>
            <pc:docMk/>
            <pc:sldMk cId="3783439911" sldId="257"/>
            <ac:grpSpMk id="49" creationId="{4A7A0722-539E-3FD3-AAC7-C7FF7AA37423}"/>
          </ac:grpSpMkLst>
        </pc:grpChg>
        <pc:grpChg chg="mod">
          <ac:chgData name="zhangxueyi1028@163.com" userId="7737b5b224c888cb" providerId="LiveId" clId="{76562D09-5E20-4576-93D8-89799E84FB85}" dt="2025-11-17T02:51:36.149" v="46" actId="1076"/>
          <ac:grpSpMkLst>
            <pc:docMk/>
            <pc:sldMk cId="3783439911" sldId="257"/>
            <ac:grpSpMk id="52" creationId="{C2375AEF-9C8F-4068-4BCC-AAC8F103E381}"/>
          </ac:grpSpMkLst>
        </pc:grpChg>
        <pc:picChg chg="del">
          <ac:chgData name="zhangxueyi1028@163.com" userId="7737b5b224c888cb" providerId="LiveId" clId="{76562D09-5E20-4576-93D8-89799E84FB85}" dt="2025-11-17T02:35:58.586" v="11" actId="478"/>
          <ac:picMkLst>
            <pc:docMk/>
            <pc:sldMk cId="3783439911" sldId="257"/>
            <ac:picMk id="1026" creationId="{5EA2311A-1FFF-0169-2F3C-37F65B0CD2A8}"/>
          </ac:picMkLst>
        </pc:picChg>
        <pc:cxnChg chg="mod">
          <ac:chgData name="zhangxueyi1028@163.com" userId="7737b5b224c888cb" providerId="LiveId" clId="{76562D09-5E20-4576-93D8-89799E84FB85}" dt="2025-11-17T02:50:54.550" v="39" actId="208"/>
          <ac:cxnSpMkLst>
            <pc:docMk/>
            <pc:sldMk cId="3783439911" sldId="257"/>
            <ac:cxnSpMk id="9" creationId="{19397043-F089-77E7-021A-93409FD3D710}"/>
          </ac:cxnSpMkLst>
        </pc:cxnChg>
        <pc:cxnChg chg="del mod">
          <ac:chgData name="zhangxueyi1028@163.com" userId="7737b5b224c888cb" providerId="LiveId" clId="{76562D09-5E20-4576-93D8-89799E84FB85}" dt="2025-11-17T02:51:27.543" v="44" actId="478"/>
          <ac:cxnSpMkLst>
            <pc:docMk/>
            <pc:sldMk cId="3783439911" sldId="257"/>
            <ac:cxnSpMk id="22" creationId="{55639F4B-A12D-B118-94AF-A777CE155177}"/>
          </ac:cxnSpMkLst>
        </pc:cxnChg>
        <pc:cxnChg chg="add del mod">
          <ac:chgData name="zhangxueyi1028@163.com" userId="7737b5b224c888cb" providerId="LiveId" clId="{76562D09-5E20-4576-93D8-89799E84FB85}" dt="2025-11-17T02:51:23.050" v="43" actId="478"/>
          <ac:cxnSpMkLst>
            <pc:docMk/>
            <pc:sldMk cId="3783439911" sldId="257"/>
            <ac:cxnSpMk id="35" creationId="{4B3C67CA-150D-ACC7-A2C6-3BCBF21AB5C4}"/>
          </ac:cxnSpMkLst>
        </pc:cxnChg>
        <pc:cxnChg chg="mod">
          <ac:chgData name="zhangxueyi1028@163.com" userId="7737b5b224c888cb" providerId="LiveId" clId="{76562D09-5E20-4576-93D8-89799E84FB85}" dt="2025-11-17T02:51:36.149" v="46" actId="1076"/>
          <ac:cxnSpMkLst>
            <pc:docMk/>
            <pc:sldMk cId="3783439911" sldId="257"/>
            <ac:cxnSpMk id="45" creationId="{4F3416D8-868C-3B0D-AA27-C1ECA13E169E}"/>
          </ac:cxnSpMkLst>
        </pc:cxnChg>
      </pc:sldChg>
      <pc:sldChg chg="addSp delSp modSp mod modTransition delAnim">
        <pc:chgData name="zhangxueyi1028@163.com" userId="7737b5b224c888cb" providerId="LiveId" clId="{76562D09-5E20-4576-93D8-89799E84FB85}" dt="2025-11-17T07:50:25.889" v="2065"/>
        <pc:sldMkLst>
          <pc:docMk/>
          <pc:sldMk cId="796388397" sldId="258"/>
        </pc:sldMkLst>
        <pc:spChg chg="add del mod">
          <ac:chgData name="zhangxueyi1028@163.com" userId="7737b5b224c888cb" providerId="LiveId" clId="{76562D09-5E20-4576-93D8-89799E84FB85}" dt="2025-11-17T03:12:02.470" v="62" actId="478"/>
          <ac:spMkLst>
            <pc:docMk/>
            <pc:sldMk cId="796388397" sldId="258"/>
            <ac:spMk id="3" creationId="{42D0118E-996B-8B83-7455-E3B1EAC5E118}"/>
          </ac:spMkLst>
        </pc:spChg>
        <pc:spChg chg="mod">
          <ac:chgData name="zhangxueyi1028@163.com" userId="7737b5b224c888cb" providerId="LiveId" clId="{76562D09-5E20-4576-93D8-89799E84FB85}" dt="2025-11-17T04:29:00.455" v="78" actId="20577"/>
          <ac:spMkLst>
            <pc:docMk/>
            <pc:sldMk cId="796388397" sldId="258"/>
            <ac:spMk id="4" creationId="{FCEDED4E-20DE-C5E1-76C6-FE06C14AD65D}"/>
          </ac:spMkLst>
        </pc:spChg>
        <pc:spChg chg="del">
          <ac:chgData name="zhangxueyi1028@163.com" userId="7737b5b224c888cb" providerId="LiveId" clId="{76562D09-5E20-4576-93D8-89799E84FB85}" dt="2025-11-17T03:12:01.318" v="61" actId="478"/>
          <ac:spMkLst>
            <pc:docMk/>
            <pc:sldMk cId="796388397" sldId="258"/>
            <ac:spMk id="6" creationId="{6DF465E0-38B1-B2D3-EA6E-38390B386388}"/>
          </ac:spMkLst>
        </pc:spChg>
        <pc:spChg chg="add del">
          <ac:chgData name="zhangxueyi1028@163.com" userId="7737b5b224c888cb" providerId="LiveId" clId="{76562D09-5E20-4576-93D8-89799E84FB85}" dt="2025-11-17T04:29:11.639" v="82" actId="22"/>
          <ac:spMkLst>
            <pc:docMk/>
            <pc:sldMk cId="796388397" sldId="258"/>
            <ac:spMk id="9" creationId="{35F53887-39ED-4DF6-BCAD-8EDD2EF81506}"/>
          </ac:spMkLst>
        </pc:spChg>
        <pc:spChg chg="add mod">
          <ac:chgData name="zhangxueyi1028@163.com" userId="7737b5b224c888cb" providerId="LiveId" clId="{76562D09-5E20-4576-93D8-89799E84FB85}" dt="2025-11-17T05:05:10.649" v="371" actId="113"/>
          <ac:spMkLst>
            <pc:docMk/>
            <pc:sldMk cId="796388397" sldId="258"/>
            <ac:spMk id="11" creationId="{8A95210B-21B4-B2A4-9F1C-B5CC760C4EC8}"/>
          </ac:spMkLst>
        </pc:spChg>
        <pc:spChg chg="del">
          <ac:chgData name="zhangxueyi1028@163.com" userId="7737b5b224c888cb" providerId="LiveId" clId="{76562D09-5E20-4576-93D8-89799E84FB85}" dt="2025-11-17T03:12:05.409" v="64" actId="478"/>
          <ac:spMkLst>
            <pc:docMk/>
            <pc:sldMk cId="796388397" sldId="258"/>
            <ac:spMk id="13" creationId="{B584BF0E-2D42-9961-18CD-5100F586E409}"/>
          </ac:spMkLst>
        </pc:spChg>
        <pc:spChg chg="del">
          <ac:chgData name="zhangxueyi1028@163.com" userId="7737b5b224c888cb" providerId="LiveId" clId="{76562D09-5E20-4576-93D8-89799E84FB85}" dt="2025-11-17T03:12:05.409" v="64" actId="478"/>
          <ac:spMkLst>
            <pc:docMk/>
            <pc:sldMk cId="796388397" sldId="258"/>
            <ac:spMk id="14" creationId="{51532B09-5553-F7C4-E1CD-EC2849E055B2}"/>
          </ac:spMkLst>
        </pc:spChg>
        <pc:spChg chg="del">
          <ac:chgData name="zhangxueyi1028@163.com" userId="7737b5b224c888cb" providerId="LiveId" clId="{76562D09-5E20-4576-93D8-89799E84FB85}" dt="2025-11-17T03:12:05.409" v="64" actId="478"/>
          <ac:spMkLst>
            <pc:docMk/>
            <pc:sldMk cId="796388397" sldId="258"/>
            <ac:spMk id="15" creationId="{9EDC6735-926A-0BD5-46CE-A04EB2E75AE6}"/>
          </ac:spMkLst>
        </pc:spChg>
        <pc:spChg chg="del">
          <ac:chgData name="zhangxueyi1028@163.com" userId="7737b5b224c888cb" providerId="LiveId" clId="{76562D09-5E20-4576-93D8-89799E84FB85}" dt="2025-11-17T03:12:05.409" v="64" actId="478"/>
          <ac:spMkLst>
            <pc:docMk/>
            <pc:sldMk cId="796388397" sldId="258"/>
            <ac:spMk id="16" creationId="{B67D0ABB-156A-FAAE-B8F7-321A8E99FE9B}"/>
          </ac:spMkLst>
        </pc:spChg>
        <pc:spChg chg="del">
          <ac:chgData name="zhangxueyi1028@163.com" userId="7737b5b224c888cb" providerId="LiveId" clId="{76562D09-5E20-4576-93D8-89799E84FB85}" dt="2025-11-17T03:12:05.409" v="64" actId="478"/>
          <ac:spMkLst>
            <pc:docMk/>
            <pc:sldMk cId="796388397" sldId="258"/>
            <ac:spMk id="17" creationId="{5AA884B0-FB03-A6A8-D75B-B97F8DC5470E}"/>
          </ac:spMkLst>
        </pc:spChg>
        <pc:spChg chg="add mod">
          <ac:chgData name="zhangxueyi1028@163.com" userId="7737b5b224c888cb" providerId="LiveId" clId="{76562D09-5E20-4576-93D8-89799E84FB85}" dt="2025-11-17T07:42:39.957" v="2059" actId="20577"/>
          <ac:spMkLst>
            <pc:docMk/>
            <pc:sldMk cId="796388397" sldId="258"/>
            <ac:spMk id="18" creationId="{E0A5E494-BDA4-8AB9-AEC7-141F09B86230}"/>
          </ac:spMkLst>
        </pc:spChg>
        <pc:graphicFrameChg chg="add del mod modGraphic">
          <ac:chgData name="zhangxueyi1028@163.com" userId="7737b5b224c888cb" providerId="LiveId" clId="{76562D09-5E20-4576-93D8-89799E84FB85}" dt="2025-11-17T04:52:02.614" v="250" actId="478"/>
          <ac:graphicFrameMkLst>
            <pc:docMk/>
            <pc:sldMk cId="796388397" sldId="258"/>
            <ac:graphicFrameMk id="19" creationId="{7DB26B14-D25B-FEE3-2515-675E869239CA}"/>
          </ac:graphicFrameMkLst>
        </pc:graphicFrameChg>
        <pc:graphicFrameChg chg="add del mod">
          <ac:chgData name="zhangxueyi1028@163.com" userId="7737b5b224c888cb" providerId="LiveId" clId="{76562D09-5E20-4576-93D8-89799E84FB85}" dt="2025-11-17T04:45:39.032" v="235" actId="478"/>
          <ac:graphicFrameMkLst>
            <pc:docMk/>
            <pc:sldMk cId="796388397" sldId="258"/>
            <ac:graphicFrameMk id="20" creationId="{9A85E3A0-560E-3E64-0035-82BEC0482D99}"/>
          </ac:graphicFrameMkLst>
        </pc:graphicFrameChg>
        <pc:graphicFrameChg chg="add del mod">
          <ac:chgData name="zhangxueyi1028@163.com" userId="7737b5b224c888cb" providerId="LiveId" clId="{76562D09-5E20-4576-93D8-89799E84FB85}" dt="2025-11-17T04:47:00.971" v="249" actId="478"/>
          <ac:graphicFrameMkLst>
            <pc:docMk/>
            <pc:sldMk cId="796388397" sldId="258"/>
            <ac:graphicFrameMk id="21" creationId="{1C136868-71C2-6CC3-E445-60F151679E85}"/>
          </ac:graphicFrameMkLst>
        </pc:graphicFrameChg>
        <pc:graphicFrameChg chg="add del mod">
          <ac:chgData name="zhangxueyi1028@163.com" userId="7737b5b224c888cb" providerId="LiveId" clId="{76562D09-5E20-4576-93D8-89799E84FB85}" dt="2025-11-17T05:03:36.529" v="345" actId="478"/>
          <ac:graphicFrameMkLst>
            <pc:docMk/>
            <pc:sldMk cId="796388397" sldId="258"/>
            <ac:graphicFrameMk id="26" creationId="{8AD2D6B0-53B7-2988-D045-3A2356B70792}"/>
          </ac:graphicFrameMkLst>
        </pc:graphicFrameChg>
        <pc:picChg chg="add mod">
          <ac:chgData name="zhangxueyi1028@163.com" userId="7737b5b224c888cb" providerId="LiveId" clId="{76562D09-5E20-4576-93D8-89799E84FB85}" dt="2025-11-17T04:54:01.406" v="341" actId="14100"/>
          <ac:picMkLst>
            <pc:docMk/>
            <pc:sldMk cId="796388397" sldId="258"/>
            <ac:picMk id="7" creationId="{A3B0EA78-F676-EA93-418E-F6009DF645A5}"/>
          </ac:picMkLst>
        </pc:picChg>
        <pc:picChg chg="del">
          <ac:chgData name="zhangxueyi1028@163.com" userId="7737b5b224c888cb" providerId="LiveId" clId="{76562D09-5E20-4576-93D8-89799E84FB85}" dt="2025-11-17T03:12:03.167" v="63" actId="478"/>
          <ac:picMkLst>
            <pc:docMk/>
            <pc:sldMk cId="796388397" sldId="258"/>
            <ac:picMk id="12" creationId="{55CFA69E-BB61-0239-81AC-7BEA82206810}"/>
          </ac:picMkLst>
        </pc:picChg>
        <pc:picChg chg="add del mod">
          <ac:chgData name="zhangxueyi1028@163.com" userId="7737b5b224c888cb" providerId="LiveId" clId="{76562D09-5E20-4576-93D8-89799E84FB85}" dt="2025-11-17T04:52:29.872" v="257" actId="478"/>
          <ac:picMkLst>
            <pc:docMk/>
            <pc:sldMk cId="796388397" sldId="258"/>
            <ac:picMk id="23" creationId="{B404A931-0989-56C6-85DE-D41DFA41DDB5}"/>
          </ac:picMkLst>
        </pc:picChg>
        <pc:picChg chg="add del mod">
          <ac:chgData name="zhangxueyi1028@163.com" userId="7737b5b224c888cb" providerId="LiveId" clId="{76562D09-5E20-4576-93D8-89799E84FB85}" dt="2025-11-17T05:03:37.934" v="346" actId="478"/>
          <ac:picMkLst>
            <pc:docMk/>
            <pc:sldMk cId="796388397" sldId="258"/>
            <ac:picMk id="25" creationId="{6457A8CE-4408-6A15-84B6-F5E401F498D7}"/>
          </ac:picMkLst>
        </pc:picChg>
        <pc:picChg chg="add mod">
          <ac:chgData name="zhangxueyi1028@163.com" userId="7737b5b224c888cb" providerId="LiveId" clId="{76562D09-5E20-4576-93D8-89799E84FB85}" dt="2025-11-17T05:04:36.997" v="362" actId="1076"/>
          <ac:picMkLst>
            <pc:docMk/>
            <pc:sldMk cId="796388397" sldId="258"/>
            <ac:picMk id="28" creationId="{04E3C8E4-C0D2-93FA-71F4-CBCDD85B6EB8}"/>
          </ac:picMkLst>
        </pc:picChg>
      </pc:sldChg>
      <pc:sldChg chg="del">
        <pc:chgData name="zhangxueyi1028@163.com" userId="7737b5b224c888cb" providerId="LiveId" clId="{76562D09-5E20-4576-93D8-89799E84FB85}" dt="2025-11-17T05:06:55.301" v="382" actId="47"/>
        <pc:sldMkLst>
          <pc:docMk/>
          <pc:sldMk cId="1426905066" sldId="259"/>
        </pc:sldMkLst>
      </pc:sldChg>
      <pc:sldChg chg="addSp delSp modSp mod modTransition">
        <pc:chgData name="zhangxueyi1028@163.com" userId="7737b5b224c888cb" providerId="LiveId" clId="{76562D09-5E20-4576-93D8-89799E84FB85}" dt="2025-11-17T07:50:25.889" v="2065"/>
        <pc:sldMkLst>
          <pc:docMk/>
          <pc:sldMk cId="2053708600" sldId="260"/>
        </pc:sldMkLst>
        <pc:spChg chg="add del mod">
          <ac:chgData name="zhangxueyi1028@163.com" userId="7737b5b224c888cb" providerId="LiveId" clId="{76562D09-5E20-4576-93D8-89799E84FB85}" dt="2025-11-17T05:06:59.563" v="384" actId="478"/>
          <ac:spMkLst>
            <pc:docMk/>
            <pc:sldMk cId="2053708600" sldId="260"/>
            <ac:spMk id="3" creationId="{F7DB5026-87C8-6E51-6C74-34549B058B75}"/>
          </ac:spMkLst>
        </pc:spChg>
        <pc:spChg chg="del">
          <ac:chgData name="zhangxueyi1028@163.com" userId="7737b5b224c888cb" providerId="LiveId" clId="{76562D09-5E20-4576-93D8-89799E84FB85}" dt="2025-11-17T05:06:58.035" v="383" actId="478"/>
          <ac:spMkLst>
            <pc:docMk/>
            <pc:sldMk cId="2053708600" sldId="260"/>
            <ac:spMk id="4" creationId="{73751F5A-B730-7919-61A0-C454C989C8BA}"/>
          </ac:spMkLst>
        </pc:spChg>
        <pc:spChg chg="add del">
          <ac:chgData name="zhangxueyi1028@163.com" userId="7737b5b224c888cb" providerId="LiveId" clId="{76562D09-5E20-4576-93D8-89799E84FB85}" dt="2025-11-17T05:13:16.635" v="407" actId="478"/>
          <ac:spMkLst>
            <pc:docMk/>
            <pc:sldMk cId="2053708600" sldId="260"/>
            <ac:spMk id="8" creationId="{2B545B79-50FA-4CB4-4152-0F6015961B45}"/>
          </ac:spMkLst>
        </pc:spChg>
        <pc:spChg chg="add mod">
          <ac:chgData name="zhangxueyi1028@163.com" userId="7737b5b224c888cb" providerId="LiveId" clId="{76562D09-5E20-4576-93D8-89799E84FB85}" dt="2025-11-17T05:13:12.084" v="406" actId="27636"/>
          <ac:spMkLst>
            <pc:docMk/>
            <pc:sldMk cId="2053708600" sldId="260"/>
            <ac:spMk id="9" creationId="{82DD05D6-FFB9-DDB2-E4CC-606A40EF76FF}"/>
          </ac:spMkLst>
        </pc:spChg>
        <pc:spChg chg="add mod">
          <ac:chgData name="zhangxueyi1028@163.com" userId="7737b5b224c888cb" providerId="LiveId" clId="{76562D09-5E20-4576-93D8-89799E84FB85}" dt="2025-11-17T05:50:52.806" v="679" actId="1076"/>
          <ac:spMkLst>
            <pc:docMk/>
            <pc:sldMk cId="2053708600" sldId="260"/>
            <ac:spMk id="11" creationId="{59F79766-08C2-78E8-6CEF-28427584B061}"/>
          </ac:spMkLst>
        </pc:spChg>
        <pc:graphicFrameChg chg="add mod modGraphic">
          <ac:chgData name="zhangxueyi1028@163.com" userId="7737b5b224c888cb" providerId="LiveId" clId="{76562D09-5E20-4576-93D8-89799E84FB85}" dt="2025-11-17T06:00:02.766" v="788"/>
          <ac:graphicFrameMkLst>
            <pc:docMk/>
            <pc:sldMk cId="2053708600" sldId="260"/>
            <ac:graphicFrameMk id="12" creationId="{AB0332CE-53A3-8E49-FF41-568CDD18017A}"/>
          </ac:graphicFrameMkLst>
        </pc:graphicFrameChg>
        <pc:picChg chg="add del mod">
          <ac:chgData name="zhangxueyi1028@163.com" userId="7737b5b224c888cb" providerId="LiveId" clId="{76562D09-5E20-4576-93D8-89799E84FB85}" dt="2025-11-17T05:08:49.531" v="389" actId="478"/>
          <ac:picMkLst>
            <pc:docMk/>
            <pc:sldMk cId="2053708600" sldId="260"/>
            <ac:picMk id="6" creationId="{53E5FA8C-37CE-359C-3CFC-21C425710D70}"/>
          </ac:picMkLst>
        </pc:picChg>
        <pc:picChg chg="add mod">
          <ac:chgData name="zhangxueyi1028@163.com" userId="7737b5b224c888cb" providerId="LiveId" clId="{76562D09-5E20-4576-93D8-89799E84FB85}" dt="2025-11-17T05:49:26.944" v="668" actId="1076"/>
          <ac:picMkLst>
            <pc:docMk/>
            <pc:sldMk cId="2053708600" sldId="260"/>
            <ac:picMk id="2050" creationId="{F943ADB9-AD5A-A671-6342-7A2CF5E32CA2}"/>
          </ac:picMkLst>
        </pc:picChg>
      </pc:sldChg>
      <pc:sldChg chg="addSp delSp modSp new del mod setBg">
        <pc:chgData name="zhangxueyi1028@163.com" userId="7737b5b224c888cb" providerId="LiveId" clId="{76562D09-5E20-4576-93D8-89799E84FB85}" dt="2025-11-17T05:06:55.192" v="381" actId="47"/>
        <pc:sldMkLst>
          <pc:docMk/>
          <pc:sldMk cId="2130038635" sldId="261"/>
        </pc:sldMkLst>
        <pc:spChg chg="del">
          <ac:chgData name="zhangxueyi1028@163.com" userId="7737b5b224c888cb" providerId="LiveId" clId="{76562D09-5E20-4576-93D8-89799E84FB85}" dt="2025-11-17T05:06:35.364" v="374" actId="478"/>
          <ac:spMkLst>
            <pc:docMk/>
            <pc:sldMk cId="2130038635" sldId="261"/>
            <ac:spMk id="2" creationId="{8C623F3A-AAA6-654E-4FEE-72E341E381CA}"/>
          </ac:spMkLst>
        </pc:spChg>
        <pc:spChg chg="del">
          <ac:chgData name="zhangxueyi1028@163.com" userId="7737b5b224c888cb" providerId="LiveId" clId="{76562D09-5E20-4576-93D8-89799E84FB85}" dt="2025-11-17T05:06:35.904" v="375" actId="478"/>
          <ac:spMkLst>
            <pc:docMk/>
            <pc:sldMk cId="2130038635" sldId="261"/>
            <ac:spMk id="3" creationId="{9D516ECD-D5B4-6F56-BE44-620105CDE7A5}"/>
          </ac:spMkLst>
        </pc:spChg>
        <pc:spChg chg="del">
          <ac:chgData name="zhangxueyi1028@163.com" userId="7737b5b224c888cb" providerId="LiveId" clId="{76562D09-5E20-4576-93D8-89799E84FB85}" dt="2025-11-17T05:06:33.530" v="373" actId="478"/>
          <ac:spMkLst>
            <pc:docMk/>
            <pc:sldMk cId="2130038635" sldId="261"/>
            <ac:spMk id="4" creationId="{C257FE50-9E6E-E6A9-F92E-308AAB38D87B}"/>
          </ac:spMkLst>
        </pc:spChg>
        <pc:spChg chg="add">
          <ac:chgData name="zhangxueyi1028@163.com" userId="7737b5b224c888cb" providerId="LiveId" clId="{76562D09-5E20-4576-93D8-89799E84FB85}" dt="2025-11-17T05:06:43.769" v="377" actId="26606"/>
          <ac:spMkLst>
            <pc:docMk/>
            <pc:sldMk cId="2130038635" sldId="261"/>
            <ac:spMk id="11" creationId="{F3060C83-F051-4F0E-ABAD-AA0DFC48B218}"/>
          </ac:spMkLst>
        </pc:spChg>
        <pc:spChg chg="add">
          <ac:chgData name="zhangxueyi1028@163.com" userId="7737b5b224c888cb" providerId="LiveId" clId="{76562D09-5E20-4576-93D8-89799E84FB85}" dt="2025-11-17T05:06:43.769" v="377" actId="26606"/>
          <ac:spMkLst>
            <pc:docMk/>
            <pc:sldMk cId="2130038635" sldId="261"/>
            <ac:spMk id="13" creationId="{83C98ABE-055B-441F-B07E-44F97F083C39}"/>
          </ac:spMkLst>
        </pc:spChg>
        <pc:spChg chg="add">
          <ac:chgData name="zhangxueyi1028@163.com" userId="7737b5b224c888cb" providerId="LiveId" clId="{76562D09-5E20-4576-93D8-89799E84FB85}" dt="2025-11-17T05:06:43.769" v="377" actId="26606"/>
          <ac:spMkLst>
            <pc:docMk/>
            <pc:sldMk cId="2130038635" sldId="261"/>
            <ac:spMk id="15" creationId="{29FDB030-9B49-4CED-8CCD-4D99382388AC}"/>
          </ac:spMkLst>
        </pc:spChg>
        <pc:spChg chg="add">
          <ac:chgData name="zhangxueyi1028@163.com" userId="7737b5b224c888cb" providerId="LiveId" clId="{76562D09-5E20-4576-93D8-89799E84FB85}" dt="2025-11-17T05:06:43.769" v="377" actId="26606"/>
          <ac:spMkLst>
            <pc:docMk/>
            <pc:sldMk cId="2130038635" sldId="261"/>
            <ac:spMk id="17" creationId="{3783CA14-24A1-485C-8B30-D6A5D87987AD}"/>
          </ac:spMkLst>
        </pc:spChg>
        <pc:spChg chg="add">
          <ac:chgData name="zhangxueyi1028@163.com" userId="7737b5b224c888cb" providerId="LiveId" clId="{76562D09-5E20-4576-93D8-89799E84FB85}" dt="2025-11-17T05:06:43.769" v="377" actId="26606"/>
          <ac:spMkLst>
            <pc:docMk/>
            <pc:sldMk cId="2130038635" sldId="261"/>
            <ac:spMk id="19" creationId="{9A97C86A-04D6-40F7-AE84-31AB43E6A846}"/>
          </ac:spMkLst>
        </pc:spChg>
        <pc:spChg chg="add">
          <ac:chgData name="zhangxueyi1028@163.com" userId="7737b5b224c888cb" providerId="LiveId" clId="{76562D09-5E20-4576-93D8-89799E84FB85}" dt="2025-11-17T05:06:43.769" v="377" actId="26606"/>
          <ac:spMkLst>
            <pc:docMk/>
            <pc:sldMk cId="2130038635" sldId="261"/>
            <ac:spMk id="21" creationId="{FF9F2414-84E8-453E-B1F3-389FDE8192D9}"/>
          </ac:spMkLst>
        </pc:spChg>
        <pc:spChg chg="add">
          <ac:chgData name="zhangxueyi1028@163.com" userId="7737b5b224c888cb" providerId="LiveId" clId="{76562D09-5E20-4576-93D8-89799E84FB85}" dt="2025-11-17T05:06:43.769" v="377" actId="26606"/>
          <ac:spMkLst>
            <pc:docMk/>
            <pc:sldMk cId="2130038635" sldId="261"/>
            <ac:spMk id="23" creationId="{3ECA69A1-7536-43AC-85EF-C7106179F5ED}"/>
          </ac:spMkLst>
        </pc:spChg>
        <pc:picChg chg="add del mod">
          <ac:chgData name="zhangxueyi1028@163.com" userId="7737b5b224c888cb" providerId="LiveId" clId="{76562D09-5E20-4576-93D8-89799E84FB85}" dt="2025-11-17T05:06:53.095" v="380" actId="478"/>
          <ac:picMkLst>
            <pc:docMk/>
            <pc:sldMk cId="2130038635" sldId="261"/>
            <ac:picMk id="6" creationId="{7933F066-D738-5B68-183F-B65EB19CADDC}"/>
          </ac:picMkLst>
        </pc:picChg>
      </pc:sldChg>
      <pc:sldChg chg="add del">
        <pc:chgData name="zhangxueyi1028@163.com" userId="7737b5b224c888cb" providerId="LiveId" clId="{76562D09-5E20-4576-93D8-89799E84FB85}" dt="2025-11-17T05:46:22.552" v="585" actId="47"/>
        <pc:sldMkLst>
          <pc:docMk/>
          <pc:sldMk cId="3642723359" sldId="261"/>
        </pc:sldMkLst>
      </pc:sldChg>
      <pc:sldChg chg="addSp delSp modSp add del mod modTransition setBg">
        <pc:chgData name="zhangxueyi1028@163.com" userId="7737b5b224c888cb" providerId="LiveId" clId="{76562D09-5E20-4576-93D8-89799E84FB85}" dt="2025-11-17T07:50:25.889" v="2065"/>
        <pc:sldMkLst>
          <pc:docMk/>
          <pc:sldMk cId="0" sldId="268"/>
        </pc:sldMkLst>
        <pc:spChg chg="add mod">
          <ac:chgData name="zhangxueyi1028@163.com" userId="7737b5b224c888cb" providerId="LiveId" clId="{76562D09-5E20-4576-93D8-89799E84FB85}" dt="2025-11-17T05:46:16.639" v="583" actId="1076"/>
          <ac:spMkLst>
            <pc:docMk/>
            <pc:sldMk cId="0" sldId="268"/>
            <ac:spMk id="3" creationId="{981414F1-9DEF-BDDA-112A-80B8D1F4D8C2}"/>
          </ac:spMkLst>
        </pc:spChg>
        <pc:spChg chg="mod">
          <ac:chgData name="zhangxueyi1028@163.com" userId="7737b5b224c888cb" providerId="LiveId" clId="{76562D09-5E20-4576-93D8-89799E84FB85}" dt="2025-11-17T05:45:17.762" v="566" actId="1036"/>
          <ac:spMkLst>
            <pc:docMk/>
            <pc:sldMk cId="0" sldId="268"/>
            <ac:spMk id="8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5:45:17.762" v="566" actId="1036"/>
          <ac:spMkLst>
            <pc:docMk/>
            <pc:sldMk cId="0" sldId="268"/>
            <ac:spMk id="9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5:45:17.762" v="566" actId="103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5:45:17.762" v="566" actId="103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5:46:02.289" v="580" actId="207"/>
          <ac:spMkLst>
            <pc:docMk/>
            <pc:sldMk cId="0" sldId="268"/>
            <ac:spMk id="14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5:46:02.289" v="580" actId="207"/>
          <ac:spMkLst>
            <pc:docMk/>
            <pc:sldMk cId="0" sldId="268"/>
            <ac:spMk id="15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5:46:45.436" v="587" actId="1076"/>
          <ac:spMkLst>
            <pc:docMk/>
            <pc:sldMk cId="0" sldId="268"/>
            <ac:spMk id="16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6:21:49.988" v="1011" actId="122"/>
          <ac:spMkLst>
            <pc:docMk/>
            <pc:sldMk cId="0" sldId="268"/>
            <ac:spMk id="19" creationId="{00000000-0000-0000-0000-000000000000}"/>
          </ac:spMkLst>
        </pc:spChg>
        <pc:spChg chg="del">
          <ac:chgData name="zhangxueyi1028@163.com" userId="7737b5b224c888cb" providerId="LiveId" clId="{76562D09-5E20-4576-93D8-89799E84FB85}" dt="2025-11-17T05:46:09.198" v="581" actId="478"/>
          <ac:spMkLst>
            <pc:docMk/>
            <pc:sldMk cId="0" sldId="268"/>
            <ac:spMk id="21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5:45:17.762" v="566" actId="1036"/>
          <ac:spMkLst>
            <pc:docMk/>
            <pc:sldMk cId="0" sldId="268"/>
            <ac:spMk id="28" creationId="{00000000-0000-0000-0000-000000000000}"/>
          </ac:spMkLst>
        </pc:spChg>
        <pc:grpChg chg="del mod">
          <ac:chgData name="zhangxueyi1028@163.com" userId="7737b5b224c888cb" providerId="LiveId" clId="{76562D09-5E20-4576-93D8-89799E84FB85}" dt="2025-11-17T05:45:27.719" v="567" actId="478"/>
          <ac:grpSpMkLst>
            <pc:docMk/>
            <pc:sldMk cId="0" sldId="268"/>
            <ac:grpSpMk id="2" creationId="{00000000-0000-0000-0000-000000000000}"/>
          </ac:grpSpMkLst>
        </pc:grpChg>
        <pc:grpChg chg="mod">
          <ac:chgData name="zhangxueyi1028@163.com" userId="7737b5b224c888cb" providerId="LiveId" clId="{76562D09-5E20-4576-93D8-89799E84FB85}" dt="2025-11-17T05:45:17.762" v="566" actId="1036"/>
          <ac:grpSpMkLst>
            <pc:docMk/>
            <pc:sldMk cId="0" sldId="268"/>
            <ac:grpSpMk id="7" creationId="{00000000-0000-0000-0000-000000000000}"/>
          </ac:grpSpMkLst>
        </pc:grpChg>
        <pc:picChg chg="mod">
          <ac:chgData name="zhangxueyi1028@163.com" userId="7737b5b224c888cb" providerId="LiveId" clId="{76562D09-5E20-4576-93D8-89799E84FB85}" dt="2025-11-17T05:46:42.238" v="586" actId="1076"/>
          <ac:picMkLst>
            <pc:docMk/>
            <pc:sldMk cId="0" sldId="268"/>
            <ac:picMk id="1026" creationId="{50B38465-3220-33E4-181F-8A49102EEC77}"/>
          </ac:picMkLst>
        </pc:picChg>
      </pc:sldChg>
      <pc:sldChg chg="add del setBg">
        <pc:chgData name="zhangxueyi1028@163.com" userId="7737b5b224c888cb" providerId="LiveId" clId="{76562D09-5E20-4576-93D8-89799E84FB85}" dt="2025-11-17T05:36:18.468" v="495"/>
        <pc:sldMkLst>
          <pc:docMk/>
          <pc:sldMk cId="0" sldId="269"/>
        </pc:sldMkLst>
      </pc:sldChg>
      <pc:sldChg chg="new del">
        <pc:chgData name="zhangxueyi1028@163.com" userId="7737b5b224c888cb" providerId="LiveId" clId="{76562D09-5E20-4576-93D8-89799E84FB85}" dt="2025-11-17T05:36:18.272" v="494" actId="680"/>
        <pc:sldMkLst>
          <pc:docMk/>
          <pc:sldMk cId="352600769" sldId="270"/>
        </pc:sldMkLst>
      </pc:sldChg>
      <pc:sldChg chg="new del">
        <pc:chgData name="zhangxueyi1028@163.com" userId="7737b5b224c888cb" providerId="LiveId" clId="{76562D09-5E20-4576-93D8-89799E84FB85}" dt="2025-11-17T05:36:18.100" v="493" actId="680"/>
        <pc:sldMkLst>
          <pc:docMk/>
          <pc:sldMk cId="2591732031" sldId="271"/>
        </pc:sldMkLst>
      </pc:sldChg>
      <pc:sldChg chg="addSp delSp modSp add mod modTransition modAnim">
        <pc:chgData name="zhangxueyi1028@163.com" userId="7737b5b224c888cb" providerId="LiveId" clId="{76562D09-5E20-4576-93D8-89799E84FB85}" dt="2025-11-17T07:50:25.889" v="2065"/>
        <pc:sldMkLst>
          <pc:docMk/>
          <pc:sldMk cId="0" sldId="277"/>
        </pc:sldMkLst>
        <pc:spChg chg="add mod">
          <ac:chgData name="zhangxueyi1028@163.com" userId="7737b5b224c888cb" providerId="LiveId" clId="{76562D09-5E20-4576-93D8-89799E84FB85}" dt="2025-11-17T07:30:04.774" v="1661" actId="1076"/>
          <ac:spMkLst>
            <pc:docMk/>
            <pc:sldMk cId="0" sldId="277"/>
            <ac:spMk id="3" creationId="{EF704417-3139-7181-D2EB-128168191150}"/>
          </ac:spMkLst>
        </pc:spChg>
        <pc:spChg chg="add mod">
          <ac:chgData name="zhangxueyi1028@163.com" userId="7737b5b224c888cb" providerId="LiveId" clId="{76562D09-5E20-4576-93D8-89799E84FB85}" dt="2025-11-17T07:30:04.774" v="1661" actId="1076"/>
          <ac:spMkLst>
            <pc:docMk/>
            <pc:sldMk cId="0" sldId="277"/>
            <ac:spMk id="4" creationId="{A1840185-76B0-EE8F-3EF4-C8F607F37F15}"/>
          </ac:spMkLst>
        </pc:spChg>
        <pc:spChg chg="mod">
          <ac:chgData name="zhangxueyi1028@163.com" userId="7737b5b224c888cb" providerId="LiveId" clId="{76562D09-5E20-4576-93D8-89799E84FB85}" dt="2025-11-17T07:33:42.387" v="1778" actId="207"/>
          <ac:spMkLst>
            <pc:docMk/>
            <pc:sldMk cId="0" sldId="277"/>
            <ac:spMk id="5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7:33:42.387" v="1778" actId="207"/>
          <ac:spMkLst>
            <pc:docMk/>
            <pc:sldMk cId="0" sldId="277"/>
            <ac:spMk id="6" creationId="{00000000-0000-0000-0000-000000000000}"/>
          </ac:spMkLst>
        </pc:spChg>
        <pc:spChg chg="add mod">
          <ac:chgData name="zhangxueyi1028@163.com" userId="7737b5b224c888cb" providerId="LiveId" clId="{76562D09-5E20-4576-93D8-89799E84FB85}" dt="2025-11-17T07:31:46.503" v="1752" actId="5793"/>
          <ac:spMkLst>
            <pc:docMk/>
            <pc:sldMk cId="0" sldId="277"/>
            <ac:spMk id="11" creationId="{198A2774-1E56-C208-CD6A-679AB6A31B7F}"/>
          </ac:spMkLst>
        </pc:spChg>
        <pc:spChg chg="mod">
          <ac:chgData name="zhangxueyi1028@163.com" userId="7737b5b224c888cb" providerId="LiveId" clId="{76562D09-5E20-4576-93D8-89799E84FB85}" dt="2025-11-17T07:29:28.567" v="1657" actId="20577"/>
          <ac:spMkLst>
            <pc:docMk/>
            <pc:sldMk cId="0" sldId="277"/>
            <ac:spMk id="12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7:28:44.881" v="1630" actId="207"/>
          <ac:spMkLst>
            <pc:docMk/>
            <pc:sldMk cId="0" sldId="277"/>
            <ac:spMk id="19" creationId="{00000000-0000-0000-0000-000000000000}"/>
          </ac:spMkLst>
        </pc:spChg>
        <pc:grpChg chg="del">
          <ac:chgData name="zhangxueyi1028@163.com" userId="7737b5b224c888cb" providerId="LiveId" clId="{76562D09-5E20-4576-93D8-89799E84FB85}" dt="2025-11-17T07:29:34.083" v="1658" actId="478"/>
          <ac:grpSpMkLst>
            <pc:docMk/>
            <pc:sldMk cId="0" sldId="277"/>
            <ac:grpSpMk id="14" creationId="{00000000-0000-0000-0000-000000000000}"/>
          </ac:grpSpMkLst>
        </pc:grpChg>
        <pc:picChg chg="add mod">
          <ac:chgData name="zhangxueyi1028@163.com" userId="7737b5b224c888cb" providerId="LiveId" clId="{76562D09-5E20-4576-93D8-89799E84FB85}" dt="2025-11-17T07:28:57.733" v="1633" actId="1076"/>
          <ac:picMkLst>
            <pc:docMk/>
            <pc:sldMk cId="0" sldId="277"/>
            <ac:picMk id="2" creationId="{F735EC56-AAEA-28B2-DFE0-2429FD7E6507}"/>
          </ac:picMkLst>
        </pc:picChg>
        <pc:picChg chg="del">
          <ac:chgData name="zhangxueyi1028@163.com" userId="7737b5b224c888cb" providerId="LiveId" clId="{76562D09-5E20-4576-93D8-89799E84FB85}" dt="2025-11-17T07:28:47.356" v="1631" actId="478"/>
          <ac:picMkLst>
            <pc:docMk/>
            <pc:sldMk cId="0" sldId="277"/>
            <ac:picMk id="37" creationId="{00000000-0000-0000-0000-000000000000}"/>
          </ac:picMkLst>
        </pc:picChg>
      </pc:sldChg>
      <pc:sldChg chg="addSp delSp modSp add mod ord modTransition setBg">
        <pc:chgData name="zhangxueyi1028@163.com" userId="7737b5b224c888cb" providerId="LiveId" clId="{76562D09-5E20-4576-93D8-89799E84FB85}" dt="2025-11-17T07:50:25.889" v="2065"/>
        <pc:sldMkLst>
          <pc:docMk/>
          <pc:sldMk cId="0" sldId="298"/>
        </pc:sldMkLst>
        <pc:spChg chg="mod">
          <ac:chgData name="zhangxueyi1028@163.com" userId="7737b5b224c888cb" providerId="LiveId" clId="{76562D09-5E20-4576-93D8-89799E84FB85}" dt="2025-11-17T05:57:13.824" v="767" actId="207"/>
          <ac:spMkLst>
            <pc:docMk/>
            <pc:sldMk cId="0" sldId="298"/>
            <ac:spMk id="3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5:54:35.437" v="684"/>
          <ac:spMkLst>
            <pc:docMk/>
            <pc:sldMk cId="0" sldId="298"/>
            <ac:spMk id="4" creationId="{07470612-E6E8-2A96-BB0E-8931498F6BA1}"/>
          </ac:spMkLst>
        </pc:spChg>
        <pc:spChg chg="mod">
          <ac:chgData name="zhangxueyi1028@163.com" userId="7737b5b224c888cb" providerId="LiveId" clId="{76562D09-5E20-4576-93D8-89799E84FB85}" dt="2025-11-17T05:57:22.151" v="768" actId="207"/>
          <ac:spMkLst>
            <pc:docMk/>
            <pc:sldMk cId="0" sldId="298"/>
            <ac:spMk id="5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5:57:30.338" v="769" actId="207"/>
          <ac:spMkLst>
            <pc:docMk/>
            <pc:sldMk cId="0" sldId="298"/>
            <ac:spMk id="6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6:00:41.025" v="792"/>
          <ac:spMkLst>
            <pc:docMk/>
            <pc:sldMk cId="0" sldId="298"/>
            <ac:spMk id="7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5:54:35.437" v="684"/>
          <ac:spMkLst>
            <pc:docMk/>
            <pc:sldMk cId="0" sldId="298"/>
            <ac:spMk id="8" creationId="{B5F88D61-A94B-3C84-DCA1-6941A637709A}"/>
          </ac:spMkLst>
        </pc:spChg>
        <pc:spChg chg="add del mod">
          <ac:chgData name="zhangxueyi1028@163.com" userId="7737b5b224c888cb" providerId="LiveId" clId="{76562D09-5E20-4576-93D8-89799E84FB85}" dt="2025-11-17T05:56:56.997" v="766" actId="478"/>
          <ac:spMkLst>
            <pc:docMk/>
            <pc:sldMk cId="0" sldId="298"/>
            <ac:spMk id="9" creationId="{2D713A09-E496-289B-95C7-F3E6FA47930A}"/>
          </ac:spMkLst>
        </pc:spChg>
        <pc:spChg chg="mod">
          <ac:chgData name="zhangxueyi1028@163.com" userId="7737b5b224c888cb" providerId="LiveId" clId="{76562D09-5E20-4576-93D8-89799E84FB85}" dt="2025-11-17T05:56:16.405" v="762" actId="207"/>
          <ac:spMkLst>
            <pc:docMk/>
            <pc:sldMk cId="0" sldId="298"/>
            <ac:spMk id="10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5:56:16.405" v="762" actId="207"/>
          <ac:spMkLst>
            <pc:docMk/>
            <pc:sldMk cId="0" sldId="298"/>
            <ac:spMk id="11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6:19:49.774" v="1009" actId="207"/>
          <ac:spMkLst>
            <pc:docMk/>
            <pc:sldMk cId="0" sldId="298"/>
            <ac:spMk id="12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6:19:49.774" v="1009" actId="207"/>
          <ac:spMkLst>
            <pc:docMk/>
            <pc:sldMk cId="0" sldId="298"/>
            <ac:spMk id="13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6:19:49.774" v="1009" actId="207"/>
          <ac:spMkLst>
            <pc:docMk/>
            <pc:sldMk cId="0" sldId="298"/>
            <ac:spMk id="14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5:55:31.413" v="712" actId="1035"/>
          <ac:spMkLst>
            <pc:docMk/>
            <pc:sldMk cId="0" sldId="298"/>
            <ac:spMk id="16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5:55:42.486" v="759" actId="1035"/>
          <ac:spMkLst>
            <pc:docMk/>
            <pc:sldMk cId="0" sldId="298"/>
            <ac:spMk id="17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5:55:42.486" v="759" actId="1035"/>
          <ac:spMkLst>
            <pc:docMk/>
            <pc:sldMk cId="0" sldId="298"/>
            <ac:spMk id="18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5:55:42.486" v="759" actId="1035"/>
          <ac:spMkLst>
            <pc:docMk/>
            <pc:sldMk cId="0" sldId="298"/>
            <ac:spMk id="19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5:57:13.824" v="767" actId="207"/>
          <ac:spMkLst>
            <pc:docMk/>
            <pc:sldMk cId="0" sldId="298"/>
            <ac:spMk id="20" creationId="{00000000-0000-0000-0000-000000000000}"/>
          </ac:spMkLst>
        </pc:spChg>
        <pc:spChg chg="add mod">
          <ac:chgData name="zhangxueyi1028@163.com" userId="7737b5b224c888cb" providerId="LiveId" clId="{76562D09-5E20-4576-93D8-89799E84FB85}" dt="2025-11-17T06:11:50.153" v="976" actId="1076"/>
          <ac:spMkLst>
            <pc:docMk/>
            <pc:sldMk cId="0" sldId="298"/>
            <ac:spMk id="21" creationId="{94A06E3F-7F56-7633-2452-4C2B2E7FAC7F}"/>
          </ac:spMkLst>
        </pc:spChg>
        <pc:spChg chg="add mod">
          <ac:chgData name="zhangxueyi1028@163.com" userId="7737b5b224c888cb" providerId="LiveId" clId="{76562D09-5E20-4576-93D8-89799E84FB85}" dt="2025-11-17T06:12:27.991" v="980"/>
          <ac:spMkLst>
            <pc:docMk/>
            <pc:sldMk cId="0" sldId="298"/>
            <ac:spMk id="22" creationId="{5D8086D8-C264-D4B5-3D07-304D7FE34364}"/>
          </ac:spMkLst>
        </pc:spChg>
        <pc:spChg chg="mod">
          <ac:chgData name="zhangxueyi1028@163.com" userId="7737b5b224c888cb" providerId="LiveId" clId="{76562D09-5E20-4576-93D8-89799E84FB85}" dt="2025-11-17T05:57:13.824" v="767" actId="207"/>
          <ac:spMkLst>
            <pc:docMk/>
            <pc:sldMk cId="0" sldId="298"/>
            <ac:spMk id="25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5:57:13.824" v="767" actId="207"/>
          <ac:spMkLst>
            <pc:docMk/>
            <pc:sldMk cId="0" sldId="298"/>
            <ac:spMk id="30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5:57:13.824" v="767" actId="207"/>
          <ac:spMkLst>
            <pc:docMk/>
            <pc:sldMk cId="0" sldId="298"/>
            <ac:spMk id="31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6:09:16.646" v="899" actId="1036"/>
          <ac:spMkLst>
            <pc:docMk/>
            <pc:sldMk cId="0" sldId="298"/>
            <ac:spMk id="34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6:07:37.543" v="850" actId="403"/>
          <ac:spMkLst>
            <pc:docMk/>
            <pc:sldMk cId="0" sldId="298"/>
            <ac:spMk id="35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6:07:13.722" v="848" actId="1076"/>
          <ac:spMkLst>
            <pc:docMk/>
            <pc:sldMk cId="0" sldId="298"/>
            <ac:spMk id="36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6:09:16.646" v="899" actId="1036"/>
          <ac:spMkLst>
            <pc:docMk/>
            <pc:sldMk cId="0" sldId="298"/>
            <ac:spMk id="38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6:10:00.475" v="903" actId="1076"/>
          <ac:spMkLst>
            <pc:docMk/>
            <pc:sldMk cId="0" sldId="298"/>
            <ac:spMk id="39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6:09:16.646" v="899" actId="1036"/>
          <ac:spMkLst>
            <pc:docMk/>
            <pc:sldMk cId="0" sldId="298"/>
            <ac:spMk id="52" creationId="{00000000-0000-0000-0000-000000000000}"/>
          </ac:spMkLst>
        </pc:spChg>
        <pc:spChg chg="del">
          <ac:chgData name="zhangxueyi1028@163.com" userId="7737b5b224c888cb" providerId="LiveId" clId="{76562D09-5E20-4576-93D8-89799E84FB85}" dt="2025-11-17T06:10:42.676" v="906" actId="478"/>
          <ac:spMkLst>
            <pc:docMk/>
            <pc:sldMk cId="0" sldId="298"/>
            <ac:spMk id="53" creationId="{00000000-0000-0000-0000-000000000000}"/>
          </ac:spMkLst>
        </pc:spChg>
        <pc:spChg chg="del mod">
          <ac:chgData name="zhangxueyi1028@163.com" userId="7737b5b224c888cb" providerId="LiveId" clId="{76562D09-5E20-4576-93D8-89799E84FB85}" dt="2025-11-17T06:10:43.641" v="907" actId="478"/>
          <ac:spMkLst>
            <pc:docMk/>
            <pc:sldMk cId="0" sldId="298"/>
            <ac:spMk id="54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6:13:41.665" v="989" actId="122"/>
          <ac:spMkLst>
            <pc:docMk/>
            <pc:sldMk cId="0" sldId="298"/>
            <ac:spMk id="55" creationId="{00000000-0000-0000-0000-000000000000}"/>
          </ac:spMkLst>
        </pc:spChg>
        <pc:spChg chg="mod">
          <ac:chgData name="zhangxueyi1028@163.com" userId="7737b5b224c888cb" providerId="LiveId" clId="{76562D09-5E20-4576-93D8-89799E84FB85}" dt="2025-11-17T06:13:56.142" v="991" actId="1076"/>
          <ac:spMkLst>
            <pc:docMk/>
            <pc:sldMk cId="0" sldId="298"/>
            <ac:spMk id="56" creationId="{00000000-0000-0000-0000-000000000000}"/>
          </ac:spMkLst>
        </pc:spChg>
        <pc:grpChg chg="add del mod">
          <ac:chgData name="zhangxueyi1028@163.com" userId="7737b5b224c888cb" providerId="LiveId" clId="{76562D09-5E20-4576-93D8-89799E84FB85}" dt="2025-11-17T06:00:43.974" v="793" actId="478"/>
          <ac:grpSpMkLst>
            <pc:docMk/>
            <pc:sldMk cId="0" sldId="298"/>
            <ac:grpSpMk id="2" creationId="{DC60B8F4-2F1C-6B4C-FA32-DAE280F70366}"/>
          </ac:grpSpMkLst>
        </pc:grpChg>
        <pc:grpChg chg="mod">
          <ac:chgData name="zhangxueyi1028@163.com" userId="7737b5b224c888cb" providerId="LiveId" clId="{76562D09-5E20-4576-93D8-89799E84FB85}" dt="2025-11-17T05:57:22.151" v="768" actId="207"/>
          <ac:grpSpMkLst>
            <pc:docMk/>
            <pc:sldMk cId="0" sldId="298"/>
            <ac:grpSpMk id="32" creationId="{00000000-0000-0000-0000-000000000000}"/>
          </ac:grpSpMkLst>
        </pc:grpChg>
        <pc:picChg chg="del">
          <ac:chgData name="zhangxueyi1028@163.com" userId="7737b5b224c888cb" providerId="LiveId" clId="{76562D09-5E20-4576-93D8-89799E84FB85}" dt="2025-11-17T05:54:18.849" v="683" actId="478"/>
          <ac:picMkLst>
            <pc:docMk/>
            <pc:sldMk cId="0" sldId="298"/>
            <ac:picMk id="107" creationId="{00000000-0000-0000-0000-000000000000}"/>
          </ac:picMkLst>
        </pc:picChg>
        <pc:picChg chg="add mod">
          <ac:chgData name="zhangxueyi1028@163.com" userId="7737b5b224c888cb" providerId="LiveId" clId="{76562D09-5E20-4576-93D8-89799E84FB85}" dt="2025-11-17T05:55:22.603" v="691" actId="1076"/>
          <ac:picMkLst>
            <pc:docMk/>
            <pc:sldMk cId="0" sldId="298"/>
            <ac:picMk id="1026" creationId="{302B55EA-1E66-4EF5-2C97-7C6DB965CAAB}"/>
          </ac:picMkLst>
        </pc:picChg>
      </pc:sldChg>
      <pc:sldChg chg="addSp delSp modSp new mod modTransition">
        <pc:chgData name="zhangxueyi1028@163.com" userId="7737b5b224c888cb" providerId="LiveId" clId="{76562D09-5E20-4576-93D8-89799E84FB85}" dt="2025-11-17T07:50:25.889" v="2065"/>
        <pc:sldMkLst>
          <pc:docMk/>
          <pc:sldMk cId="3552109772" sldId="299"/>
        </pc:sldMkLst>
        <pc:spChg chg="del">
          <ac:chgData name="zhangxueyi1028@163.com" userId="7737b5b224c888cb" providerId="LiveId" clId="{76562D09-5E20-4576-93D8-89799E84FB85}" dt="2025-11-17T06:18:48.735" v="1008" actId="478"/>
          <ac:spMkLst>
            <pc:docMk/>
            <pc:sldMk cId="3552109772" sldId="299"/>
            <ac:spMk id="2" creationId="{88D78BB8-B645-CFEC-BBB6-615DAD5DC589}"/>
          </ac:spMkLst>
        </pc:spChg>
        <pc:spChg chg="add mod">
          <ac:chgData name="zhangxueyi1028@163.com" userId="7737b5b224c888cb" providerId="LiveId" clId="{76562D09-5E20-4576-93D8-89799E84FB85}" dt="2025-11-17T06:24:16.203" v="1028" actId="20577"/>
          <ac:spMkLst>
            <pc:docMk/>
            <pc:sldMk cId="3552109772" sldId="299"/>
            <ac:spMk id="3" creationId="{03F26D82-8890-307F-EDFB-72A4B9B616EA}"/>
          </ac:spMkLst>
        </pc:spChg>
        <pc:spChg chg="add mod">
          <ac:chgData name="zhangxueyi1028@163.com" userId="7737b5b224c888cb" providerId="LiveId" clId="{76562D09-5E20-4576-93D8-89799E84FB85}" dt="2025-11-17T06:56:45.601" v="1332" actId="1076"/>
          <ac:spMkLst>
            <pc:docMk/>
            <pc:sldMk cId="3552109772" sldId="299"/>
            <ac:spMk id="5" creationId="{D30A0B8A-69E7-0A1E-907D-8644FED6C94D}"/>
          </ac:spMkLst>
        </pc:spChg>
        <pc:spChg chg="add del mod">
          <ac:chgData name="zhangxueyi1028@163.com" userId="7737b5b224c888cb" providerId="LiveId" clId="{76562D09-5E20-4576-93D8-89799E84FB85}" dt="2025-11-17T06:33:43.052" v="1055" actId="478"/>
          <ac:spMkLst>
            <pc:docMk/>
            <pc:sldMk cId="3552109772" sldId="299"/>
            <ac:spMk id="7" creationId="{0CCB151A-185E-1305-393A-BDE71CCA6A4D}"/>
          </ac:spMkLst>
        </pc:spChg>
        <pc:spChg chg="add mod">
          <ac:chgData name="zhangxueyi1028@163.com" userId="7737b5b224c888cb" providerId="LiveId" clId="{76562D09-5E20-4576-93D8-89799E84FB85}" dt="2025-11-17T07:05:26.236" v="1385" actId="20577"/>
          <ac:spMkLst>
            <pc:docMk/>
            <pc:sldMk cId="3552109772" sldId="299"/>
            <ac:spMk id="9" creationId="{C9394076-564D-339B-B019-95003FF5A090}"/>
          </ac:spMkLst>
        </pc:spChg>
        <pc:spChg chg="add del">
          <ac:chgData name="zhangxueyi1028@163.com" userId="7737b5b224c888cb" providerId="LiveId" clId="{76562D09-5E20-4576-93D8-89799E84FB85}" dt="2025-11-17T06:40:58.783" v="1141" actId="478"/>
          <ac:spMkLst>
            <pc:docMk/>
            <pc:sldMk cId="3552109772" sldId="299"/>
            <ac:spMk id="10" creationId="{AE1968C1-43E6-D897-1FAA-7B4FCA968298}"/>
          </ac:spMkLst>
        </pc:spChg>
        <pc:spChg chg="add del mod">
          <ac:chgData name="zhangxueyi1028@163.com" userId="7737b5b224c888cb" providerId="LiveId" clId="{76562D09-5E20-4576-93D8-89799E84FB85}" dt="2025-11-17T06:44:46.458" v="1157" actId="478"/>
          <ac:spMkLst>
            <pc:docMk/>
            <pc:sldMk cId="3552109772" sldId="299"/>
            <ac:spMk id="11" creationId="{61EDC1E0-02C0-2115-18E8-20A022D73E31}"/>
          </ac:spMkLst>
        </pc:spChg>
        <pc:spChg chg="add del">
          <ac:chgData name="zhangxueyi1028@163.com" userId="7737b5b224c888cb" providerId="LiveId" clId="{76562D09-5E20-4576-93D8-89799E84FB85}" dt="2025-11-17T06:46:44.582" v="1159" actId="478"/>
          <ac:spMkLst>
            <pc:docMk/>
            <pc:sldMk cId="3552109772" sldId="299"/>
            <ac:spMk id="16" creationId="{D7EB84A3-1436-3F16-602C-0296E520A593}"/>
          </ac:spMkLst>
        </pc:spChg>
        <pc:spChg chg="add mod">
          <ac:chgData name="zhangxueyi1028@163.com" userId="7737b5b224c888cb" providerId="LiveId" clId="{76562D09-5E20-4576-93D8-89799E84FB85}" dt="2025-11-17T07:05:55.019" v="1408" actId="1035"/>
          <ac:spMkLst>
            <pc:docMk/>
            <pc:sldMk cId="3552109772" sldId="299"/>
            <ac:spMk id="22" creationId="{D57E7478-1086-31D0-41AD-0E7E912A2FD3}"/>
          </ac:spMkLst>
        </pc:spChg>
        <pc:picChg chg="add del mod">
          <ac:chgData name="zhangxueyi1028@163.com" userId="7737b5b224c888cb" providerId="LiveId" clId="{76562D09-5E20-4576-93D8-89799E84FB85}" dt="2025-11-17T06:55:02.221" v="1299" actId="478"/>
          <ac:picMkLst>
            <pc:docMk/>
            <pc:sldMk cId="3552109772" sldId="299"/>
            <ac:picMk id="13" creationId="{439630E3-F679-6E18-09B8-0B9976B48D76}"/>
          </ac:picMkLst>
        </pc:picChg>
        <pc:picChg chg="add del mod">
          <ac:chgData name="zhangxueyi1028@163.com" userId="7737b5b224c888cb" providerId="LiveId" clId="{76562D09-5E20-4576-93D8-89799E84FB85}" dt="2025-11-17T06:55:02.548" v="1300" actId="478"/>
          <ac:picMkLst>
            <pc:docMk/>
            <pc:sldMk cId="3552109772" sldId="299"/>
            <ac:picMk id="15" creationId="{FF9BFB77-9223-1207-AB13-87B3693B8592}"/>
          </ac:picMkLst>
        </pc:picChg>
        <pc:picChg chg="add mod ord">
          <ac:chgData name="zhangxueyi1028@163.com" userId="7737b5b224c888cb" providerId="LiveId" clId="{76562D09-5E20-4576-93D8-89799E84FB85}" dt="2025-11-17T07:08:44.441" v="1472" actId="1037"/>
          <ac:picMkLst>
            <pc:docMk/>
            <pc:sldMk cId="3552109772" sldId="299"/>
            <ac:picMk id="18" creationId="{79458DB7-6B58-65BC-74A0-481257EBDECF}"/>
          </ac:picMkLst>
        </pc:picChg>
        <pc:picChg chg="add mod">
          <ac:chgData name="zhangxueyi1028@163.com" userId="7737b5b224c888cb" providerId="LiveId" clId="{76562D09-5E20-4576-93D8-89799E84FB85}" dt="2025-11-17T07:08:40.763" v="1460" actId="1037"/>
          <ac:picMkLst>
            <pc:docMk/>
            <pc:sldMk cId="3552109772" sldId="299"/>
            <ac:picMk id="20" creationId="{FCDDCE64-BD70-A20D-F18E-B8247126FBEC}"/>
          </ac:picMkLst>
        </pc:picChg>
      </pc:sldChg>
      <pc:sldChg chg="modSp new del">
        <pc:chgData name="zhangxueyi1028@163.com" userId="7737b5b224c888cb" providerId="LiveId" clId="{76562D09-5E20-4576-93D8-89799E84FB85}" dt="2025-11-17T06:52:15.883" v="1222" actId="47"/>
        <pc:sldMkLst>
          <pc:docMk/>
          <pc:sldMk cId="1682050321" sldId="300"/>
        </pc:sldMkLst>
        <pc:spChg chg="mod">
          <ac:chgData name="zhangxueyi1028@163.com" userId="7737b5b224c888cb" providerId="LiveId" clId="{76562D09-5E20-4576-93D8-89799E84FB85}" dt="2025-11-17T06:52:02.234" v="1220"/>
          <ac:spMkLst>
            <pc:docMk/>
            <pc:sldMk cId="1682050321" sldId="300"/>
            <ac:spMk id="2" creationId="{059036D1-CDE9-FA2D-806D-F7DBE7BF94A2}"/>
          </ac:spMkLst>
        </pc:spChg>
      </pc:sldChg>
      <pc:sldChg chg="addSp delSp modSp add mod modTransition">
        <pc:chgData name="zhangxueyi1028@163.com" userId="7737b5b224c888cb" providerId="LiveId" clId="{76562D09-5E20-4576-93D8-89799E84FB85}" dt="2025-11-17T07:50:25.889" v="2065"/>
        <pc:sldMkLst>
          <pc:docMk/>
          <pc:sldMk cId="1231434519" sldId="301"/>
        </pc:sldMkLst>
        <pc:spChg chg="mod">
          <ac:chgData name="zhangxueyi1028@163.com" userId="7737b5b224c888cb" providerId="LiveId" clId="{76562D09-5E20-4576-93D8-89799E84FB85}" dt="2025-11-17T06:52:39.578" v="1249" actId="20577"/>
          <ac:spMkLst>
            <pc:docMk/>
            <pc:sldMk cId="1231434519" sldId="301"/>
            <ac:spMk id="3" creationId="{ECE176ED-3A14-7F67-DC2B-E479C9E58F90}"/>
          </ac:spMkLst>
        </pc:spChg>
        <pc:spChg chg="del">
          <ac:chgData name="zhangxueyi1028@163.com" userId="7737b5b224c888cb" providerId="LiveId" clId="{76562D09-5E20-4576-93D8-89799E84FB85}" dt="2025-11-17T06:57:59.217" v="1338" actId="478"/>
          <ac:spMkLst>
            <pc:docMk/>
            <pc:sldMk cId="1231434519" sldId="301"/>
            <ac:spMk id="5" creationId="{DA334213-894C-405C-73CC-7ED3840A292C}"/>
          </ac:spMkLst>
        </pc:spChg>
        <pc:spChg chg="add mod">
          <ac:chgData name="zhangxueyi1028@163.com" userId="7737b5b224c888cb" providerId="LiveId" clId="{76562D09-5E20-4576-93D8-89799E84FB85}" dt="2025-11-17T07:07:45.341" v="1426" actId="14100"/>
          <ac:spMkLst>
            <pc:docMk/>
            <pc:sldMk cId="1231434519" sldId="301"/>
            <ac:spMk id="8" creationId="{97D72F22-C070-755E-870D-BCAE0FA61A73}"/>
          </ac:spMkLst>
        </pc:spChg>
        <pc:spChg chg="del">
          <ac:chgData name="zhangxueyi1028@163.com" userId="7737b5b224c888cb" providerId="LiveId" clId="{76562D09-5E20-4576-93D8-89799E84FB85}" dt="2025-11-17T06:57:58.259" v="1337" actId="478"/>
          <ac:spMkLst>
            <pc:docMk/>
            <pc:sldMk cId="1231434519" sldId="301"/>
            <ac:spMk id="9" creationId="{37D5DDCE-5E83-925D-9B83-AC4D59FA07C0}"/>
          </ac:spMkLst>
        </pc:spChg>
        <pc:spChg chg="add mod">
          <ac:chgData name="zhangxueyi1028@163.com" userId="7737b5b224c888cb" providerId="LiveId" clId="{76562D09-5E20-4576-93D8-89799E84FB85}" dt="2025-11-17T07:07:49.682" v="1427" actId="14100"/>
          <ac:spMkLst>
            <pc:docMk/>
            <pc:sldMk cId="1231434519" sldId="301"/>
            <ac:spMk id="11" creationId="{ECF62784-B03E-FB8B-0662-8A900A2BBC00}"/>
          </ac:spMkLst>
        </pc:spChg>
        <pc:spChg chg="add del mod">
          <ac:chgData name="zhangxueyi1028@163.com" userId="7737b5b224c888cb" providerId="LiveId" clId="{76562D09-5E20-4576-93D8-89799E84FB85}" dt="2025-11-17T07:06:54.773" v="1414" actId="478"/>
          <ac:spMkLst>
            <pc:docMk/>
            <pc:sldMk cId="1231434519" sldId="301"/>
            <ac:spMk id="14" creationId="{565C9A90-24B7-0F79-D1A2-220464BDC30F}"/>
          </ac:spMkLst>
        </pc:spChg>
        <pc:picChg chg="add mod modCrop">
          <ac:chgData name="zhangxueyi1028@163.com" userId="7737b5b224c888cb" providerId="LiveId" clId="{76562D09-5E20-4576-93D8-89799E84FB85}" dt="2025-11-17T07:01:47.234" v="1366" actId="1076"/>
          <ac:picMkLst>
            <pc:docMk/>
            <pc:sldMk cId="1231434519" sldId="301"/>
            <ac:picMk id="4" creationId="{176985E7-70A2-3F0E-A8E0-454C358BBD65}"/>
          </ac:picMkLst>
        </pc:picChg>
        <pc:picChg chg="add mod modCrop">
          <ac:chgData name="zhangxueyi1028@163.com" userId="7737b5b224c888cb" providerId="LiveId" clId="{76562D09-5E20-4576-93D8-89799E84FB85}" dt="2025-11-17T07:01:45.431" v="1365" actId="1076"/>
          <ac:picMkLst>
            <pc:docMk/>
            <pc:sldMk cId="1231434519" sldId="301"/>
            <ac:picMk id="6" creationId="{BC7C608A-17FC-8318-9AF0-8B603ECD7570}"/>
          </ac:picMkLst>
        </pc:picChg>
        <pc:picChg chg="del">
          <ac:chgData name="zhangxueyi1028@163.com" userId="7737b5b224c888cb" providerId="LiveId" clId="{76562D09-5E20-4576-93D8-89799E84FB85}" dt="2025-11-17T06:52:49.849" v="1250" actId="478"/>
          <ac:picMkLst>
            <pc:docMk/>
            <pc:sldMk cId="1231434519" sldId="301"/>
            <ac:picMk id="13" creationId="{9B77B3B6-FAFE-C2E0-B1FC-1646E5FC63C4}"/>
          </ac:picMkLst>
        </pc:picChg>
        <pc:picChg chg="del">
          <ac:chgData name="zhangxueyi1028@163.com" userId="7737b5b224c888cb" providerId="LiveId" clId="{76562D09-5E20-4576-93D8-89799E84FB85}" dt="2025-11-17T06:52:56.496" v="1251" actId="478"/>
          <ac:picMkLst>
            <pc:docMk/>
            <pc:sldMk cId="1231434519" sldId="301"/>
            <ac:picMk id="15" creationId="{1D7CCC24-A6D2-BCC5-362D-661BFE298200}"/>
          </ac:picMkLst>
        </pc:picChg>
        <pc:picChg chg="del">
          <ac:chgData name="zhangxueyi1028@163.com" userId="7737b5b224c888cb" providerId="LiveId" clId="{76562D09-5E20-4576-93D8-89799E84FB85}" dt="2025-11-17T06:52:49.849" v="1250" actId="478"/>
          <ac:picMkLst>
            <pc:docMk/>
            <pc:sldMk cId="1231434519" sldId="301"/>
            <ac:picMk id="18" creationId="{EB6D3A48-AA6F-0EEC-FDC1-B59F83E5A094}"/>
          </ac:picMkLst>
        </pc:picChg>
        <pc:picChg chg="del">
          <ac:chgData name="zhangxueyi1028@163.com" userId="7737b5b224c888cb" providerId="LiveId" clId="{76562D09-5E20-4576-93D8-89799E84FB85}" dt="2025-11-17T06:52:56.496" v="1251" actId="478"/>
          <ac:picMkLst>
            <pc:docMk/>
            <pc:sldMk cId="1231434519" sldId="301"/>
            <ac:picMk id="20" creationId="{E560B181-A537-EECF-7FBA-F739A75E2733}"/>
          </ac:picMkLst>
        </pc:picChg>
      </pc:sldChg>
      <pc:sldChg chg="add del">
        <pc:chgData name="zhangxueyi1028@163.com" userId="7737b5b224c888cb" providerId="LiveId" clId="{76562D09-5E20-4576-93D8-89799E84FB85}" dt="2025-11-17T06:52:19.783" v="1224" actId="47"/>
        <pc:sldMkLst>
          <pc:docMk/>
          <pc:sldMk cId="2341122121" sldId="302"/>
        </pc:sldMkLst>
      </pc:sldChg>
      <pc:sldChg chg="new del">
        <pc:chgData name="zhangxueyi1028@163.com" userId="7737b5b224c888cb" providerId="LiveId" clId="{76562D09-5E20-4576-93D8-89799E84FB85}" dt="2025-11-17T07:09:05.744" v="1475" actId="47"/>
        <pc:sldMkLst>
          <pc:docMk/>
          <pc:sldMk cId="2935301532" sldId="302"/>
        </pc:sldMkLst>
      </pc:sldChg>
      <pc:sldChg chg="addSp delSp modSp add mod modTransition setBg">
        <pc:chgData name="zhangxueyi1028@163.com" userId="7737b5b224c888cb" providerId="LiveId" clId="{76562D09-5E20-4576-93D8-89799E84FB85}" dt="2025-11-17T07:50:25.889" v="2065"/>
        <pc:sldMkLst>
          <pc:docMk/>
          <pc:sldMk cId="439241058" sldId="303"/>
        </pc:sldMkLst>
        <pc:spChg chg="del mod">
          <ac:chgData name="zhangxueyi1028@163.com" userId="7737b5b224c888cb" providerId="LiveId" clId="{76562D09-5E20-4576-93D8-89799E84FB85}" dt="2025-11-17T07:21:45.359" v="1586" actId="478"/>
          <ac:spMkLst>
            <pc:docMk/>
            <pc:sldMk cId="439241058" sldId="303"/>
            <ac:spMk id="3" creationId="{FC1105FA-5D46-E3A9-CC22-30A079B9D81A}"/>
          </ac:spMkLst>
        </pc:spChg>
        <pc:spChg chg="del">
          <ac:chgData name="zhangxueyi1028@163.com" userId="7737b5b224c888cb" providerId="LiveId" clId="{76562D09-5E20-4576-93D8-89799E84FB85}" dt="2025-11-17T07:11:44.738" v="1485" actId="478"/>
          <ac:spMkLst>
            <pc:docMk/>
            <pc:sldMk cId="439241058" sldId="303"/>
            <ac:spMk id="8" creationId="{F8C137DC-9603-B006-4465-7DE8BB212793}"/>
          </ac:spMkLst>
        </pc:spChg>
        <pc:spChg chg="mod">
          <ac:chgData name="zhangxueyi1028@163.com" userId="7737b5b224c888cb" providerId="LiveId" clId="{76562D09-5E20-4576-93D8-89799E84FB85}" dt="2025-11-17T07:14:41.905" v="1494"/>
          <ac:spMkLst>
            <pc:docMk/>
            <pc:sldMk cId="439241058" sldId="303"/>
            <ac:spMk id="10" creationId="{02F8A99D-45D1-7658-2410-21E4303A3C32}"/>
          </ac:spMkLst>
        </pc:spChg>
        <pc:spChg chg="del">
          <ac:chgData name="zhangxueyi1028@163.com" userId="7737b5b224c888cb" providerId="LiveId" clId="{76562D09-5E20-4576-93D8-89799E84FB85}" dt="2025-11-17T07:11:43.975" v="1484" actId="478"/>
          <ac:spMkLst>
            <pc:docMk/>
            <pc:sldMk cId="439241058" sldId="303"/>
            <ac:spMk id="11" creationId="{71D5A748-127F-1994-E9C8-833013C842BA}"/>
          </ac:spMkLst>
        </pc:spChg>
        <pc:spChg chg="mod">
          <ac:chgData name="zhangxueyi1028@163.com" userId="7737b5b224c888cb" providerId="LiveId" clId="{76562D09-5E20-4576-93D8-89799E84FB85}" dt="2025-11-17T07:15:05.468" v="1496" actId="20577"/>
          <ac:spMkLst>
            <pc:docMk/>
            <pc:sldMk cId="439241058" sldId="303"/>
            <ac:spMk id="12" creationId="{8FD6B6BF-0395-911E-AF17-307519BFDBE0}"/>
          </ac:spMkLst>
        </pc:spChg>
        <pc:spChg chg="add mod">
          <ac:chgData name="zhangxueyi1028@163.com" userId="7737b5b224c888cb" providerId="LiveId" clId="{76562D09-5E20-4576-93D8-89799E84FB85}" dt="2025-11-17T07:15:16.832" v="1499"/>
          <ac:spMkLst>
            <pc:docMk/>
            <pc:sldMk cId="439241058" sldId="303"/>
            <ac:spMk id="13" creationId="{F2CA4A8E-93CD-4DF7-78FC-08D61DDE79DB}"/>
          </ac:spMkLst>
        </pc:spChg>
        <pc:spChg chg="add mod ord">
          <ac:chgData name="zhangxueyi1028@163.com" userId="7737b5b224c888cb" providerId="LiveId" clId="{76562D09-5E20-4576-93D8-89799E84FB85}" dt="2025-11-17T07:25:18.225" v="1611" actId="1076"/>
          <ac:spMkLst>
            <pc:docMk/>
            <pc:sldMk cId="439241058" sldId="303"/>
            <ac:spMk id="15" creationId="{79BD228B-3A02-5C14-5496-3D55B55A2189}"/>
          </ac:spMkLst>
        </pc:spChg>
        <pc:spChg chg="add">
          <ac:chgData name="zhangxueyi1028@163.com" userId="7737b5b224c888cb" providerId="LiveId" clId="{76562D09-5E20-4576-93D8-89799E84FB85}" dt="2025-11-17T07:17:55.354" v="1521"/>
          <ac:spMkLst>
            <pc:docMk/>
            <pc:sldMk cId="439241058" sldId="303"/>
            <ac:spMk id="16" creationId="{DA063E26-8804-7FFC-DF6C-D76AA23775CE}"/>
          </ac:spMkLst>
        </pc:spChg>
        <pc:spChg chg="add del mod">
          <ac:chgData name="zhangxueyi1028@163.com" userId="7737b5b224c888cb" providerId="LiveId" clId="{76562D09-5E20-4576-93D8-89799E84FB85}" dt="2025-11-17T07:21:51.510" v="1587" actId="478"/>
          <ac:spMkLst>
            <pc:docMk/>
            <pc:sldMk cId="439241058" sldId="303"/>
            <ac:spMk id="18" creationId="{A2FD9E72-A8A1-0761-DCC5-12EC1DC753D2}"/>
          </ac:spMkLst>
        </pc:spChg>
        <pc:grpChg chg="add mod">
          <ac:chgData name="zhangxueyi1028@163.com" userId="7737b5b224c888cb" providerId="LiveId" clId="{76562D09-5E20-4576-93D8-89799E84FB85}" dt="2025-11-17T07:14:41.905" v="1494"/>
          <ac:grpSpMkLst>
            <pc:docMk/>
            <pc:sldMk cId="439241058" sldId="303"/>
            <ac:grpSpMk id="9" creationId="{860B8E0D-3982-7D51-3BEA-B2C859757534}"/>
          </ac:grpSpMkLst>
        </pc:grpChg>
        <pc:picChg chg="del">
          <ac:chgData name="zhangxueyi1028@163.com" userId="7737b5b224c888cb" providerId="LiveId" clId="{76562D09-5E20-4576-93D8-89799E84FB85}" dt="2025-11-17T07:11:38.771" v="1482" actId="478"/>
          <ac:picMkLst>
            <pc:docMk/>
            <pc:sldMk cId="439241058" sldId="303"/>
            <ac:picMk id="4" creationId="{D74290BB-53AC-52A6-B438-9B16F1C8B8FB}"/>
          </ac:picMkLst>
        </pc:picChg>
        <pc:picChg chg="add mod">
          <ac:chgData name="zhangxueyi1028@163.com" userId="7737b5b224c888cb" providerId="LiveId" clId="{76562D09-5E20-4576-93D8-89799E84FB85}" dt="2025-11-17T07:25:12.366" v="1610" actId="1076"/>
          <ac:picMkLst>
            <pc:docMk/>
            <pc:sldMk cId="439241058" sldId="303"/>
            <ac:picMk id="5" creationId="{B3F03295-0AAF-F8B4-8FD9-C0ABBC38E83C}"/>
          </ac:picMkLst>
        </pc:picChg>
        <pc:picChg chg="del">
          <ac:chgData name="zhangxueyi1028@163.com" userId="7737b5b224c888cb" providerId="LiveId" clId="{76562D09-5E20-4576-93D8-89799E84FB85}" dt="2025-11-17T07:11:39.281" v="1483" actId="478"/>
          <ac:picMkLst>
            <pc:docMk/>
            <pc:sldMk cId="439241058" sldId="303"/>
            <ac:picMk id="6" creationId="{DF3EC094-0F8B-4DB6-C8D1-34DC674904C1}"/>
          </ac:picMkLst>
        </pc:picChg>
        <pc:picChg chg="add mod">
          <ac:chgData name="zhangxueyi1028@163.com" userId="7737b5b224c888cb" providerId="LiveId" clId="{76562D09-5E20-4576-93D8-89799E84FB85}" dt="2025-11-17T07:16:34.706" v="1507" actId="14100"/>
          <ac:picMkLst>
            <pc:docMk/>
            <pc:sldMk cId="439241058" sldId="303"/>
            <ac:picMk id="7" creationId="{BEAF6BEB-C91C-272C-5D73-66723B0123B2}"/>
          </ac:picMkLst>
        </pc:picChg>
      </pc:sldChg>
      <pc:sldChg chg="addSp delSp modSp new mod modTransition">
        <pc:chgData name="zhangxueyi1028@163.com" userId="7737b5b224c888cb" providerId="LiveId" clId="{76562D09-5E20-4576-93D8-89799E84FB85}" dt="2025-11-17T07:50:25.889" v="2065"/>
        <pc:sldMkLst>
          <pc:docMk/>
          <pc:sldMk cId="1708920347" sldId="304"/>
        </pc:sldMkLst>
        <pc:spChg chg="del">
          <ac:chgData name="zhangxueyi1028@163.com" userId="7737b5b224c888cb" providerId="LiveId" clId="{76562D09-5E20-4576-93D8-89799E84FB85}" dt="2025-11-17T07:23:55.959" v="1605"/>
          <ac:spMkLst>
            <pc:docMk/>
            <pc:sldMk cId="1708920347" sldId="304"/>
            <ac:spMk id="2" creationId="{1E35C2FB-4E49-B4A7-79EB-DE5484D05AAD}"/>
          </ac:spMkLst>
        </pc:spChg>
        <pc:spChg chg="add mod">
          <ac:chgData name="zhangxueyi1028@163.com" userId="7737b5b224c888cb" providerId="LiveId" clId="{76562D09-5E20-4576-93D8-89799E84FB85}" dt="2025-11-17T07:32:20.773" v="1767" actId="20577"/>
          <ac:spMkLst>
            <pc:docMk/>
            <pc:sldMk cId="1708920347" sldId="304"/>
            <ac:spMk id="3" creationId="{1A1338C4-3E86-7808-B523-637AF7903FC1}"/>
          </ac:spMkLst>
        </pc:spChg>
        <pc:spChg chg="add mod">
          <ac:chgData name="zhangxueyi1028@163.com" userId="7737b5b224c888cb" providerId="LiveId" clId="{76562D09-5E20-4576-93D8-89799E84FB85}" dt="2025-11-17T07:39:59.432" v="1988" actId="20577"/>
          <ac:spMkLst>
            <pc:docMk/>
            <pc:sldMk cId="1708920347" sldId="304"/>
            <ac:spMk id="5" creationId="{632AEE26-1A67-91B2-EC93-955E3C309069}"/>
          </ac:spMkLst>
        </pc:spChg>
        <pc:spChg chg="add mod">
          <ac:chgData name="zhangxueyi1028@163.com" userId="7737b5b224c888cb" providerId="LiveId" clId="{76562D09-5E20-4576-93D8-89799E84FB85}" dt="2025-11-17T07:39:48.518" v="1980" actId="20577"/>
          <ac:spMkLst>
            <pc:docMk/>
            <pc:sldMk cId="1708920347" sldId="304"/>
            <ac:spMk id="7" creationId="{5D5B4B35-38C1-49C1-BA7B-2586EED7ADF2}"/>
          </ac:spMkLst>
        </pc:spChg>
        <pc:spChg chg="add mod">
          <ac:chgData name="zhangxueyi1028@163.com" userId="7737b5b224c888cb" providerId="LiveId" clId="{76562D09-5E20-4576-93D8-89799E84FB85}" dt="2025-11-17T07:41:32.380" v="2047" actId="20577"/>
          <ac:spMkLst>
            <pc:docMk/>
            <pc:sldMk cId="1708920347" sldId="304"/>
            <ac:spMk id="9" creationId="{B0E01CCD-9AE4-448A-23FC-D41781D55E2A}"/>
          </ac:spMkLst>
        </pc:spChg>
        <pc:spChg chg="add mod">
          <ac:chgData name="zhangxueyi1028@163.com" userId="7737b5b224c888cb" providerId="LiveId" clId="{76562D09-5E20-4576-93D8-89799E84FB85}" dt="2025-11-17T07:42:22.390" v="2057" actId="12"/>
          <ac:spMkLst>
            <pc:docMk/>
            <pc:sldMk cId="1708920347" sldId="304"/>
            <ac:spMk id="10" creationId="{EB033F78-98E1-B9C1-B0E7-0C4D3F20F26F}"/>
          </ac:spMkLst>
        </pc:spChg>
      </pc:sldChg>
      <pc:sldChg chg="new del">
        <pc:chgData name="zhangxueyi1028@163.com" userId="7737b5b224c888cb" providerId="LiveId" clId="{76562D09-5E20-4576-93D8-89799E84FB85}" dt="2025-11-17T07:28:10.736" v="1625" actId="47"/>
        <pc:sldMkLst>
          <pc:docMk/>
          <pc:sldMk cId="1247155556" sldId="305"/>
        </pc:sldMkLst>
      </pc:sldChg>
      <pc:sldChg chg="new del">
        <pc:chgData name="zhangxueyi1028@163.com" userId="7737b5b224c888cb" providerId="LiveId" clId="{76562D09-5E20-4576-93D8-89799E84FB85}" dt="2025-11-17T07:28:19.285" v="1628" actId="47"/>
        <pc:sldMkLst>
          <pc:docMk/>
          <pc:sldMk cId="1716962295" sldId="3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8EAA92-6EE4-46E3-A7C5-27391D7A03D9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94FDDE-1846-4EA6-AA35-2647FBDFA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875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亮亮图文旗舰店</a:t>
            </a:r>
          </a:p>
          <a:p>
            <a:r>
              <a:rPr lang="en-US" altLang="zh-CN" dirty="0"/>
              <a:t>https://liangliangtuwen.tmall.com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94FDDE-1846-4EA6-AA35-2647FBDFA11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675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94FDDE-1846-4EA6-AA35-2647FBDFA11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2258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亮亮图文旗舰店</a:t>
            </a:r>
          </a:p>
          <a:p>
            <a:r>
              <a:rPr lang="en-US" altLang="zh-CN"/>
              <a:t>https://liangliangtuwen.tmall.com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356D76-6114-3371-CD82-D6BCA59A6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37E1FF-314A-F260-B57C-00637F72D0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1FF80B-8EAC-163D-78AC-25DDDBADE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21D0F-9539-4F50-A43A-1F46D812DB43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F8A432-437B-928E-62C8-20D4B9CE6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75912C-3DC5-A78B-8E63-8B9D0014B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6FD3-0FB8-49E6-A346-ED7FA21580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10293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E66D8F-0C46-1D58-15A0-32F316331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4864F5-C8E9-8BBE-B504-9A734F3F9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E47828-79E2-B9BC-632F-D49DD39C8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21D0F-9539-4F50-A43A-1F46D812DB43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14EB33-B1E7-E9CD-75DB-66BFE73D8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ECE5B0-ABC8-70C5-C5C8-DDCDB2001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6FD3-0FB8-49E6-A346-ED7FA21580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36086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827B9B-BB76-935E-90EB-24C51C350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556768-56DE-744B-A627-49E73815F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E054BF-C833-F39A-23E7-4C3B1F457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21D0F-9539-4F50-A43A-1F46D812DB43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E60224-4747-B01F-53F2-A3E706202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7202E9-E96F-1D99-5E06-8FC65AAD3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6FD3-0FB8-49E6-A346-ED7FA21580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45854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5E8C6C-6625-8D38-5ECE-E639B106D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6AD28B-2542-C52F-4328-870DE879F1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918956-575A-9BFD-DA04-ED86E12BD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1C9AE5-D128-0A7A-98FE-9ACDE1CA5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21D0F-9539-4F50-A43A-1F46D812DB43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D0D4C1-1903-AE6E-6CDD-1469C7790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11EE38-9945-5047-8FD7-54491278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6FD3-0FB8-49E6-A346-ED7FA21580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287599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D29349-0FAD-D6D9-A76C-BF7AA0057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B36B94-B7FF-9617-8AAF-DB04913D2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B6F0B4-8D8A-AEAB-3115-17EB4A1F78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17FE84A-8B4F-EBB1-A0A1-F05DD9BFA9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FE8CB71-5BF5-A9EE-CA09-A14B180CD2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354223B-3DA2-D24B-CC4D-4797E021F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21D0F-9539-4F50-A43A-1F46D812DB43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4198885-A3A9-5D80-1A9A-11B9AF734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A9B2C5B-E87D-16CE-4269-587266545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6FD3-0FB8-49E6-A346-ED7FA21580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94579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3C224C-8FA9-6463-839F-9233CEBE7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13E239-11FC-E071-4AA3-5CD94BD1B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21D0F-9539-4F50-A43A-1F46D812DB43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026CF00-06B2-C1D8-B8FE-AF8380CD0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AF4F05-0A6D-D4E8-857D-33324EB25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6FD3-0FB8-49E6-A346-ED7FA21580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73007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1BA8C06-DEE5-407E-6710-F96E5E213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21D0F-9539-4F50-A43A-1F46D812DB43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7FE125A-7FB8-649B-8ED9-C7816988D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89C0CB-918A-252F-E9F3-41752B81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6FD3-0FB8-49E6-A346-ED7FA21580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220604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72508C-B151-409F-3798-A4721AD96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9BE56E-ABEE-7E56-8DFA-08E280125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F494A2-0C70-65CB-3D36-ECAF1B6FC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AF7625-47E7-FD98-2BF8-6B1F4922C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21D0F-9539-4F50-A43A-1F46D812DB43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542B89-8C91-6622-F5C2-F594E963B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B90707-F16F-6AEA-2A21-9FAF0998B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6FD3-0FB8-49E6-A346-ED7FA21580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10126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B3F453-F0A4-BA22-FDA2-F685BD659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88A142-3E5D-7C0B-D091-A7D50E84F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DD9960-1579-A6AE-092B-C4ED58B5A3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6D4500-2BE5-9730-80CE-05908D4A7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21D0F-9539-4F50-A43A-1F46D812DB43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946C48-3969-415E-163D-874C82D75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52185D-64DF-298F-C693-A8AA6DB11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6FD3-0FB8-49E6-A346-ED7FA21580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21621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A6D40-9FA9-C888-12A1-54FE839E4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5C1685-BD8B-7D72-74CB-CE4C74E3C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216EF3-2713-291C-F849-2F7769E90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21D0F-9539-4F50-A43A-1F46D812DB43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383BF8-C919-3C08-48D9-45642FFB8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95D102-7F8F-2245-4E67-C0E2E0C8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6FD3-0FB8-49E6-A346-ED7FA21580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97000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A59DD3-4281-C556-DC23-53C471D655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A5A144A-CAE8-8328-0135-810FADCBD8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56D3A8-76D0-72C4-EAD2-260A0F3B0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21D0F-9539-4F50-A43A-1F46D812DB43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0A631E-9B7F-817F-0839-03C04A68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382ABB-1A54-82B2-6D68-A88134539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6FD3-0FB8-49E6-A346-ED7FA21580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740313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A58E780-825E-27E7-21DA-E70EB2F08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27DA45-7A6D-2F81-ABF5-D21F09421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BD5115-7380-E094-9362-9F90AEBDE4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321D0F-9539-4F50-A43A-1F46D812DB43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FCFB91-B322-ECBB-956E-AEEE305E5A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D4EDD3-2A2A-A729-D17E-27B43B03E4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686FD3-0FB8-49E6-A346-ED7FA21580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606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notesSlide" Target="../notesSlides/notesSlide2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7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淘宝-想搞设计PPT(倒卖必究)-4"/>
          <p:cNvSpPr txBox="1"/>
          <p:nvPr/>
        </p:nvSpPr>
        <p:spPr>
          <a:xfrm>
            <a:off x="1509486" y="-667657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/>
              </a:rPr>
              <a:t>asdas</a:t>
            </a:r>
            <a:endParaRPr lang="zh-CN" altLang="en-US" dirty="0"/>
          </a:p>
        </p:txBody>
      </p:sp>
      <p:sp>
        <p:nvSpPr>
          <p:cNvPr id="14" name="淘宝-想搞设计PPT(倒卖必究)-14"/>
          <p:cNvSpPr/>
          <p:nvPr/>
        </p:nvSpPr>
        <p:spPr>
          <a:xfrm>
            <a:off x="0" y="5171340"/>
            <a:ext cx="12192000" cy="1634689"/>
          </a:xfrm>
          <a:prstGeom prst="rect">
            <a:avLst/>
          </a:prstGeom>
          <a:solidFill>
            <a:srgbClr val="232D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淘宝-想搞设计PPT(倒卖必究)-15"/>
          <p:cNvSpPr/>
          <p:nvPr/>
        </p:nvSpPr>
        <p:spPr>
          <a:xfrm>
            <a:off x="0" y="5053673"/>
            <a:ext cx="12192000" cy="77108"/>
          </a:xfrm>
          <a:prstGeom prst="rect">
            <a:avLst/>
          </a:prstGeom>
          <a:solidFill>
            <a:srgbClr val="232D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淘宝-想搞设计PPT(倒卖必究)-16"/>
          <p:cNvSpPr txBox="1"/>
          <p:nvPr/>
        </p:nvSpPr>
        <p:spPr>
          <a:xfrm>
            <a:off x="1318953" y="3644799"/>
            <a:ext cx="9526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Edge-AI Waste Classification on </a:t>
            </a:r>
            <a:r>
              <a:rPr lang="en-US" altLang="zh-CN" sz="32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OpenMV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H7 </a:t>
            </a:r>
            <a:endParaRPr lang="zh-CN" altLang="en-US" sz="3200" b="1" dirty="0">
              <a:solidFill>
                <a:srgbClr val="164F97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9" name="淘宝-想搞设计PPT(倒卖必究)-19"/>
          <p:cNvSpPr txBox="1"/>
          <p:nvPr/>
        </p:nvSpPr>
        <p:spPr>
          <a:xfrm>
            <a:off x="1822354" y="5385846"/>
            <a:ext cx="4260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Course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hardware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淘宝-想搞设计PPT(倒卖必究)-20"/>
          <p:cNvSpPr txBox="1"/>
          <p:nvPr/>
        </p:nvSpPr>
        <p:spPr>
          <a:xfrm>
            <a:off x="1827365" y="6001132"/>
            <a:ext cx="4260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Team Name : Circuit Board Layout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淘宝-想搞设计PPT(倒卖必究)-11"/>
          <p:cNvSpPr/>
          <p:nvPr/>
        </p:nvSpPr>
        <p:spPr>
          <a:xfrm>
            <a:off x="4837064" y="722485"/>
            <a:ext cx="2490717" cy="249071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 descr="University of Virginia Logo PNG Transparent – Brands Logos">
            <a:extLst>
              <a:ext uri="{FF2B5EF4-FFF2-40B4-BE49-F238E27FC236}">
                <a16:creationId xmlns:a16="http://schemas.microsoft.com/office/drawing/2014/main" id="{50B38465-3220-33E4-181F-8A49102EE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288" y="432934"/>
            <a:ext cx="2780268" cy="2780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淘宝-想搞设计PPT(倒卖必究)-21">
            <a:extLst>
              <a:ext uri="{FF2B5EF4-FFF2-40B4-BE49-F238E27FC236}">
                <a16:creationId xmlns:a16="http://schemas.microsoft.com/office/drawing/2014/main" id="{981414F1-9DEF-BDDA-112A-80B8D1F4D8C2}"/>
              </a:ext>
            </a:extLst>
          </p:cNvPr>
          <p:cNvSpPr txBox="1"/>
          <p:nvPr/>
        </p:nvSpPr>
        <p:spPr>
          <a:xfrm>
            <a:off x="6585824" y="5385846"/>
            <a:ext cx="42600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Members : Mengzi Cheng</a:t>
            </a:r>
          </a:p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Shuai Tu</a:t>
            </a:r>
          </a:p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Sirui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You</a:t>
            </a:r>
          </a:p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     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Xueyi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Zhang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0020C81-CF5D-ABB4-0B67-852582F94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01" y="688216"/>
            <a:ext cx="8766031" cy="708891"/>
          </a:xfrm>
        </p:spPr>
        <p:txBody>
          <a:bodyPr>
            <a:norm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zh-CN" altLang="en-US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淘宝-想搞设计PPT(倒卖必究)-9">
            <a:extLst>
              <a:ext uri="{FF2B5EF4-FFF2-40B4-BE49-F238E27FC236}">
                <a16:creationId xmlns:a16="http://schemas.microsoft.com/office/drawing/2014/main" id="{19397043-F089-77E7-021A-93409FD3D710}"/>
              </a:ext>
            </a:extLst>
          </p:cNvPr>
          <p:cNvCxnSpPr/>
          <p:nvPr>
            <p:custDataLst>
              <p:tags r:id="rId1"/>
            </p:custDataLst>
          </p:nvPr>
        </p:nvCxnSpPr>
        <p:spPr>
          <a:xfrm>
            <a:off x="0" y="2829925"/>
            <a:ext cx="7914563" cy="0"/>
          </a:xfrm>
          <a:prstGeom prst="line">
            <a:avLst/>
          </a:prstGeom>
          <a:ln w="50800">
            <a:solidFill>
              <a:srgbClr val="232D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918B013-AC47-F6FA-43D7-1280E9622228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972089" y="2467263"/>
            <a:ext cx="976380" cy="767990"/>
            <a:chOff x="5389226" y="1257300"/>
            <a:chExt cx="976380" cy="767990"/>
          </a:xfrm>
          <a:solidFill>
            <a:srgbClr val="EB5F0C"/>
          </a:solidFill>
        </p:grpSpPr>
        <p:sp>
          <p:nvSpPr>
            <p:cNvPr id="11" name="淘宝-想搞设计PPT(倒卖必究)-11">
              <a:extLst>
                <a:ext uri="{FF2B5EF4-FFF2-40B4-BE49-F238E27FC236}">
                  <a16:creationId xmlns:a16="http://schemas.microsoft.com/office/drawing/2014/main" id="{F3B5B22B-2E5D-1650-4907-67EEBE1B883C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5493421" y="1257300"/>
              <a:ext cx="767990" cy="76799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endParaRPr>
            </a:p>
          </p:txBody>
        </p:sp>
        <p:sp>
          <p:nvSpPr>
            <p:cNvPr id="12" name="淘宝-想搞设计PPT(倒卖必究)-17">
              <a:extLst>
                <a:ext uri="{FF2B5EF4-FFF2-40B4-BE49-F238E27FC236}">
                  <a16:creationId xmlns:a16="http://schemas.microsoft.com/office/drawing/2014/main" id="{512D5A7D-A329-D5C6-113C-A2DA215E6FA6}"/>
                </a:ext>
              </a:extLst>
            </p:cNvPr>
            <p:cNvSpPr txBox="1"/>
            <p:nvPr>
              <p:custDataLst>
                <p:tags r:id="rId26"/>
              </p:custDataLst>
            </p:nvPr>
          </p:nvSpPr>
          <p:spPr>
            <a:xfrm>
              <a:off x="5389226" y="1351966"/>
              <a:ext cx="9763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ln w="6600">
                    <a:solidFill>
                      <a:schemeClr val="accent2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FA91B10-4B7B-BFBD-B7B4-D63A4C00A55A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3588215" y="2467263"/>
            <a:ext cx="976380" cy="767990"/>
            <a:chOff x="7767862" y="1257300"/>
            <a:chExt cx="976380" cy="767990"/>
          </a:xfrm>
          <a:solidFill>
            <a:srgbClr val="EB5F0C"/>
          </a:solidFill>
        </p:grpSpPr>
        <p:sp>
          <p:nvSpPr>
            <p:cNvPr id="14" name="淘宝-想搞设计PPT(倒卖必究)-12">
              <a:extLst>
                <a:ext uri="{FF2B5EF4-FFF2-40B4-BE49-F238E27FC236}">
                  <a16:creationId xmlns:a16="http://schemas.microsoft.com/office/drawing/2014/main" id="{A5B6707D-8AF6-3E62-DFC2-205CE1BAAB81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7850724" y="1257300"/>
              <a:ext cx="767990" cy="76799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endParaRPr>
            </a:p>
          </p:txBody>
        </p:sp>
        <p:sp>
          <p:nvSpPr>
            <p:cNvPr id="15" name="淘宝-想搞设计PPT(倒卖必究)-18">
              <a:extLst>
                <a:ext uri="{FF2B5EF4-FFF2-40B4-BE49-F238E27FC236}">
                  <a16:creationId xmlns:a16="http://schemas.microsoft.com/office/drawing/2014/main" id="{8F2FA732-BF14-0005-0F36-5A832C596C75}"/>
                </a:ext>
              </a:extLst>
            </p:cNvPr>
            <p:cNvSpPr txBox="1"/>
            <p:nvPr>
              <p:custDataLst>
                <p:tags r:id="rId24"/>
              </p:custDataLst>
            </p:nvPr>
          </p:nvSpPr>
          <p:spPr>
            <a:xfrm>
              <a:off x="7767862" y="1351966"/>
              <a:ext cx="9763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ln w="6600">
                    <a:solidFill>
                      <a:schemeClr val="accent2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1C1AEDF-C58E-5A8E-ABC1-19A3E726392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5901060" y="2467263"/>
            <a:ext cx="976380" cy="767990"/>
            <a:chOff x="10178497" y="1257300"/>
            <a:chExt cx="976380" cy="767990"/>
          </a:xfrm>
          <a:solidFill>
            <a:srgbClr val="EB5F0C"/>
          </a:solidFill>
        </p:grpSpPr>
        <p:sp>
          <p:nvSpPr>
            <p:cNvPr id="17" name="淘宝-想搞设计PPT(倒卖必究)-13">
              <a:extLst>
                <a:ext uri="{FF2B5EF4-FFF2-40B4-BE49-F238E27FC236}">
                  <a16:creationId xmlns:a16="http://schemas.microsoft.com/office/drawing/2014/main" id="{57220898-F0C2-DC95-298E-E0E6C222072E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0282692" y="1257300"/>
              <a:ext cx="767990" cy="76799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endParaRPr>
            </a:p>
          </p:txBody>
        </p:sp>
        <p:sp>
          <p:nvSpPr>
            <p:cNvPr id="18" name="淘宝-想搞设计PPT(倒卖必究)-19">
              <a:extLst>
                <a:ext uri="{FF2B5EF4-FFF2-40B4-BE49-F238E27FC236}">
                  <a16:creationId xmlns:a16="http://schemas.microsoft.com/office/drawing/2014/main" id="{4B3327BD-832D-3ECD-D1D7-E33C223ADB73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10178497" y="1351966"/>
              <a:ext cx="9763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ln w="6600">
                    <a:solidFill>
                      <a:schemeClr val="accent2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9" name="淘宝-想搞设计PPT(倒卖必究)-23">
            <a:extLst>
              <a:ext uri="{FF2B5EF4-FFF2-40B4-BE49-F238E27FC236}">
                <a16:creationId xmlns:a16="http://schemas.microsoft.com/office/drawing/2014/main" id="{36163C57-3E72-82D6-3B22-4C4F70E54CE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69723" y="3409758"/>
            <a:ext cx="1787597" cy="369328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en-US" altLang="zh-CN" dirty="0">
                <a:solidFill>
                  <a:srgbClr val="232D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Project Design</a:t>
            </a:r>
            <a:endParaRPr lang="zh-CN" altLang="en-US" dirty="0">
              <a:solidFill>
                <a:srgbClr val="232D4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淘宝-想搞设计PPT(倒卖必究)-25">
            <a:extLst>
              <a:ext uri="{FF2B5EF4-FFF2-40B4-BE49-F238E27FC236}">
                <a16:creationId xmlns:a16="http://schemas.microsoft.com/office/drawing/2014/main" id="{480F52B8-3179-C95B-E9F7-4D40AF6381A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773776" y="3409758"/>
            <a:ext cx="2605257" cy="369328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>
                <a:solidFill>
                  <a:schemeClr val="tx1"/>
                </a:solidFill>
              </a:rPr>
              <a:t>Waste Image Dataset 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21" name="淘宝-想搞设计PPT(倒卖必究)-27">
            <a:extLst>
              <a:ext uri="{FF2B5EF4-FFF2-40B4-BE49-F238E27FC236}">
                <a16:creationId xmlns:a16="http://schemas.microsoft.com/office/drawing/2014/main" id="{2302A8DF-C695-FBEC-FC2B-532892275EB5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549120" y="3404973"/>
            <a:ext cx="1680260" cy="369328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>
                <a:solidFill>
                  <a:schemeClr val="tx1"/>
                </a:solidFill>
              </a:rPr>
              <a:t>Edge Impulse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cxnSp>
        <p:nvCxnSpPr>
          <p:cNvPr id="45" name="淘宝-想搞设计PPT(倒卖必究)-9">
            <a:extLst>
              <a:ext uri="{FF2B5EF4-FFF2-40B4-BE49-F238E27FC236}">
                <a16:creationId xmlns:a16="http://schemas.microsoft.com/office/drawing/2014/main" id="{4F3416D8-868C-3B0D-AA27-C1ECA13E169E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4277437" y="4718676"/>
            <a:ext cx="7914563" cy="0"/>
          </a:xfrm>
          <a:prstGeom prst="line">
            <a:avLst/>
          </a:prstGeom>
          <a:ln w="50800">
            <a:solidFill>
              <a:srgbClr val="232D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F3E73727-E45E-A7B5-B8CC-3018767FE37A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5249526" y="4356014"/>
            <a:ext cx="976380" cy="767990"/>
            <a:chOff x="5389226" y="1257300"/>
            <a:chExt cx="976380" cy="767990"/>
          </a:xfrm>
          <a:solidFill>
            <a:srgbClr val="EB5F0C"/>
          </a:solidFill>
        </p:grpSpPr>
        <p:sp>
          <p:nvSpPr>
            <p:cNvPr id="47" name="淘宝-想搞设计PPT(倒卖必究)-11">
              <a:extLst>
                <a:ext uri="{FF2B5EF4-FFF2-40B4-BE49-F238E27FC236}">
                  <a16:creationId xmlns:a16="http://schemas.microsoft.com/office/drawing/2014/main" id="{15D9EC9A-F7DA-8525-74A6-E281CE520429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5493421" y="1257300"/>
              <a:ext cx="767990" cy="76799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endParaRPr>
            </a:p>
          </p:txBody>
        </p:sp>
        <p:sp>
          <p:nvSpPr>
            <p:cNvPr id="48" name="淘宝-想搞设计PPT(倒卖必究)-17">
              <a:extLst>
                <a:ext uri="{FF2B5EF4-FFF2-40B4-BE49-F238E27FC236}">
                  <a16:creationId xmlns:a16="http://schemas.microsoft.com/office/drawing/2014/main" id="{8C298788-7EB3-2765-F720-3271F9B28DF7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5389226" y="1351966"/>
              <a:ext cx="9763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ln w="6600">
                    <a:solidFill>
                      <a:schemeClr val="accent2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4A7A0722-539E-3FD3-AAC7-C7FF7AA37423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7865652" y="4356014"/>
            <a:ext cx="976380" cy="767990"/>
            <a:chOff x="7767862" y="1257300"/>
            <a:chExt cx="976380" cy="767990"/>
          </a:xfrm>
          <a:solidFill>
            <a:srgbClr val="EB5F0C"/>
          </a:solidFill>
        </p:grpSpPr>
        <p:sp>
          <p:nvSpPr>
            <p:cNvPr id="50" name="淘宝-想搞设计PPT(倒卖必究)-12">
              <a:extLst>
                <a:ext uri="{FF2B5EF4-FFF2-40B4-BE49-F238E27FC236}">
                  <a16:creationId xmlns:a16="http://schemas.microsoft.com/office/drawing/2014/main" id="{FB31A768-DA02-3BA4-B1C8-50B77399B97A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7850724" y="1257300"/>
              <a:ext cx="767990" cy="76799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endParaRPr>
            </a:p>
          </p:txBody>
        </p:sp>
        <p:sp>
          <p:nvSpPr>
            <p:cNvPr id="51" name="淘宝-想搞设计PPT(倒卖必究)-18">
              <a:extLst>
                <a:ext uri="{FF2B5EF4-FFF2-40B4-BE49-F238E27FC236}">
                  <a16:creationId xmlns:a16="http://schemas.microsoft.com/office/drawing/2014/main" id="{9148EA85-C971-0A17-51C0-B74DCE8D05B5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7767862" y="1351966"/>
              <a:ext cx="9763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ln w="6600">
                    <a:solidFill>
                      <a:schemeClr val="accent2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C2375AEF-9C8F-4068-4BCC-AAC8F103E381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10178497" y="4356014"/>
            <a:ext cx="976380" cy="767990"/>
            <a:chOff x="10178497" y="1257300"/>
            <a:chExt cx="976380" cy="767990"/>
          </a:xfrm>
          <a:solidFill>
            <a:srgbClr val="EB5F0C"/>
          </a:solidFill>
        </p:grpSpPr>
        <p:sp>
          <p:nvSpPr>
            <p:cNvPr id="53" name="淘宝-想搞设计PPT(倒卖必究)-13">
              <a:extLst>
                <a:ext uri="{FF2B5EF4-FFF2-40B4-BE49-F238E27FC236}">
                  <a16:creationId xmlns:a16="http://schemas.microsoft.com/office/drawing/2014/main" id="{B786BA57-C571-D583-B0FC-20D7638CC035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0282692" y="1257300"/>
              <a:ext cx="767990" cy="76799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endParaRPr>
            </a:p>
          </p:txBody>
        </p:sp>
        <p:sp>
          <p:nvSpPr>
            <p:cNvPr id="54" name="淘宝-想搞设计PPT(倒卖必究)-19">
              <a:extLst>
                <a:ext uri="{FF2B5EF4-FFF2-40B4-BE49-F238E27FC236}">
                  <a16:creationId xmlns:a16="http://schemas.microsoft.com/office/drawing/2014/main" id="{900E99FC-2739-3FDA-F21F-DA12CFA3A681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0178497" y="1351966"/>
              <a:ext cx="9763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ln w="6600">
                    <a:solidFill>
                      <a:schemeClr val="accent2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5" name="淘宝-想搞设计PPT(倒卖必究)-23">
            <a:extLst>
              <a:ext uri="{FF2B5EF4-FFF2-40B4-BE49-F238E27FC236}">
                <a16:creationId xmlns:a16="http://schemas.microsoft.com/office/drawing/2014/main" id="{6D9515F8-6656-59C6-6A8A-8E034280F3FC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576248" y="5305174"/>
            <a:ext cx="2322936" cy="369328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 Preprocessing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淘宝-想搞设计PPT(倒卖必究)-25">
            <a:extLst>
              <a:ext uri="{FF2B5EF4-FFF2-40B4-BE49-F238E27FC236}">
                <a16:creationId xmlns:a16="http://schemas.microsoft.com/office/drawing/2014/main" id="{D63B88AD-624C-2A58-62A4-879CAB95B07E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7407112" y="5298601"/>
            <a:ext cx="1893459" cy="369328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>
                <a:solidFill>
                  <a:schemeClr val="tx1"/>
                </a:solidFill>
              </a:rPr>
              <a:t>Impulse Design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57" name="淘宝-想搞设计PPT(倒卖必究)-27">
            <a:extLst>
              <a:ext uri="{FF2B5EF4-FFF2-40B4-BE49-F238E27FC236}">
                <a16:creationId xmlns:a16="http://schemas.microsoft.com/office/drawing/2014/main" id="{69F444BD-4004-E3D8-B893-0561C87CF86E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9403364" y="5298601"/>
            <a:ext cx="2526646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sz="1800" dirty="0">
                <a:solidFill>
                  <a:srgbClr val="232D4B"/>
                </a:solidFill>
              </a:rPr>
              <a:t>Model configuration </a:t>
            </a:r>
          </a:p>
          <a:p>
            <a:pPr algn="ctr"/>
            <a:r>
              <a:rPr lang="en-US" altLang="zh-CN" sz="1800" dirty="0">
                <a:solidFill>
                  <a:srgbClr val="232D4B"/>
                </a:solidFill>
              </a:rPr>
              <a:t>&amp; training results</a:t>
            </a:r>
            <a:endParaRPr lang="zh-CN" altLang="en-US" sz="1800" dirty="0">
              <a:solidFill>
                <a:srgbClr val="232D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4399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  <a:solidFill>
            <a:srgbClr val="EB5F0C"/>
          </a:solidFill>
        </p:grpSpPr>
        <p:sp>
          <p:nvSpPr>
            <p:cNvPr id="5" name="淘宝-想搞设计PPT(倒卖必究)-5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淘宝-想搞设计PPT(倒卖必究)-6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</p:grpSp>
      <p:sp>
        <p:nvSpPr>
          <p:cNvPr id="7" name="淘宝-想搞设计PPT(倒卖必究)-7"/>
          <p:cNvSpPr txBox="1"/>
          <p:nvPr/>
        </p:nvSpPr>
        <p:spPr>
          <a:xfrm>
            <a:off x="701167" y="144940"/>
            <a:ext cx="3030565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en-US" altLang="zh-CN" sz="3200" dirty="0">
                <a:solidFill>
                  <a:srgbClr val="232D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Project Design</a:t>
            </a:r>
            <a:endParaRPr lang="zh-CN" altLang="en-US" sz="3200" dirty="0">
              <a:solidFill>
                <a:srgbClr val="232D4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淘宝-想搞设计PPT(倒卖必究)-10"/>
          <p:cNvSpPr/>
          <p:nvPr/>
        </p:nvSpPr>
        <p:spPr>
          <a:xfrm rot="10800000">
            <a:off x="6733023" y="2380259"/>
            <a:ext cx="2426208" cy="2426208"/>
          </a:xfrm>
          <a:prstGeom prst="blockArc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" name="淘宝-想搞设计PPT(倒卖必究)-11"/>
          <p:cNvSpPr/>
          <p:nvPr/>
        </p:nvSpPr>
        <p:spPr>
          <a:xfrm rot="10800000">
            <a:off x="3094758" y="2380259"/>
            <a:ext cx="2426208" cy="2426208"/>
          </a:xfrm>
          <a:prstGeom prst="blockArc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淘宝-想搞设计PPT(倒卖必究)-12"/>
          <p:cNvSpPr/>
          <p:nvPr/>
        </p:nvSpPr>
        <p:spPr>
          <a:xfrm>
            <a:off x="1273832" y="2168089"/>
            <a:ext cx="2426208" cy="2426208"/>
          </a:xfrm>
          <a:prstGeom prst="blockArc">
            <a:avLst/>
          </a:prstGeom>
          <a:solidFill>
            <a:srgbClr val="D28A2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" name="淘宝-想搞设计PPT(倒卖必究)-13"/>
          <p:cNvSpPr/>
          <p:nvPr/>
        </p:nvSpPr>
        <p:spPr>
          <a:xfrm>
            <a:off x="4915081" y="2168089"/>
            <a:ext cx="2426208" cy="2426208"/>
          </a:xfrm>
          <a:prstGeom prst="blockArc">
            <a:avLst/>
          </a:prstGeom>
          <a:solidFill>
            <a:srgbClr val="D28A2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淘宝-想搞设计PPT(倒卖必究)-14"/>
          <p:cNvSpPr/>
          <p:nvPr/>
        </p:nvSpPr>
        <p:spPr>
          <a:xfrm>
            <a:off x="8548297" y="2168089"/>
            <a:ext cx="2426208" cy="2426208"/>
          </a:xfrm>
          <a:prstGeom prst="blockArc">
            <a:avLst/>
          </a:prstGeom>
          <a:solidFill>
            <a:srgbClr val="D28A2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淘宝-想搞设计PPT(倒卖必究)-15"/>
          <p:cNvSpPr txBox="1"/>
          <p:nvPr/>
        </p:nvSpPr>
        <p:spPr>
          <a:xfrm>
            <a:off x="2169381" y="3006950"/>
            <a:ext cx="6210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16" name="淘宝-想搞设计PPT(倒卖必究)-16"/>
          <p:cNvSpPr txBox="1"/>
          <p:nvPr/>
        </p:nvSpPr>
        <p:spPr>
          <a:xfrm>
            <a:off x="5812062" y="3006950"/>
            <a:ext cx="6210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005CA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800" dirty="0">
                <a:solidFill/>
              </a:rPr>
              <a:t>03</a:t>
            </a:r>
          </a:p>
        </p:txBody>
      </p:sp>
      <p:sp>
        <p:nvSpPr>
          <p:cNvPr id="17" name="淘宝-想搞设计PPT(倒卖必究)-17"/>
          <p:cNvSpPr txBox="1"/>
          <p:nvPr/>
        </p:nvSpPr>
        <p:spPr>
          <a:xfrm>
            <a:off x="9454490" y="2992345"/>
            <a:ext cx="6210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005CA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800" dirty="0">
                <a:solidFill/>
              </a:rPr>
              <a:t>05</a:t>
            </a:r>
          </a:p>
        </p:txBody>
      </p:sp>
      <p:sp>
        <p:nvSpPr>
          <p:cNvPr id="18" name="淘宝-想搞设计PPT(倒卖必究)-18"/>
          <p:cNvSpPr txBox="1"/>
          <p:nvPr/>
        </p:nvSpPr>
        <p:spPr>
          <a:xfrm>
            <a:off x="3992162" y="3574435"/>
            <a:ext cx="627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淘宝-想搞设计PPT(倒卖必究)-19"/>
          <p:cNvSpPr txBox="1"/>
          <p:nvPr/>
        </p:nvSpPr>
        <p:spPr>
          <a:xfrm>
            <a:off x="7610849" y="3574435"/>
            <a:ext cx="627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淘宝-想搞设计PPT(倒卖必究)-30"/>
          <p:cNvSpPr/>
          <p:nvPr/>
        </p:nvSpPr>
        <p:spPr>
          <a:xfrm rot="16200000">
            <a:off x="4127175" y="2858662"/>
            <a:ext cx="348343" cy="348343"/>
          </a:xfrm>
          <a:prstGeom prst="chevr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1" name="淘宝-想搞设计PPT(倒卖必究)-31"/>
          <p:cNvSpPr/>
          <p:nvPr/>
        </p:nvSpPr>
        <p:spPr>
          <a:xfrm rot="16200000">
            <a:off x="7785858" y="2858662"/>
            <a:ext cx="348343" cy="348343"/>
          </a:xfrm>
          <a:prstGeom prst="chevr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8" name="淘宝-想搞设计PPT(倒卖必究)-38"/>
          <p:cNvSpPr/>
          <p:nvPr/>
        </p:nvSpPr>
        <p:spPr>
          <a:xfrm>
            <a:off x="1376294" y="4940365"/>
            <a:ext cx="2224869" cy="6131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Use the public Trash Net waste image dataset from GitHub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淘宝-想搞设计PPT(倒卖必究)-30"/>
          <p:cNvSpPr/>
          <p:nvPr/>
        </p:nvSpPr>
        <p:spPr>
          <a:xfrm rot="5400000">
            <a:off x="2286945" y="3574942"/>
            <a:ext cx="348343" cy="348343"/>
          </a:xfrm>
          <a:prstGeom prst="chevr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淘宝-想搞设计PPT(倒卖必究)-30"/>
          <p:cNvSpPr/>
          <p:nvPr/>
        </p:nvSpPr>
        <p:spPr>
          <a:xfrm rot="5400000">
            <a:off x="5949625" y="3574942"/>
            <a:ext cx="348343" cy="348343"/>
          </a:xfrm>
          <a:prstGeom prst="chevr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5" name="淘宝-想搞设计PPT(倒卖必究)-30"/>
          <p:cNvSpPr/>
          <p:nvPr/>
        </p:nvSpPr>
        <p:spPr>
          <a:xfrm rot="5400000">
            <a:off x="9594525" y="3574942"/>
            <a:ext cx="348343" cy="348343"/>
          </a:xfrm>
          <a:prstGeom prst="chevr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4" name="淘宝-想搞设计PPT(倒卖必究)-37"/>
          <p:cNvSpPr txBox="1"/>
          <p:nvPr/>
        </p:nvSpPr>
        <p:spPr>
          <a:xfrm>
            <a:off x="1867982" y="4269354"/>
            <a:ext cx="1242128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Preparation</a:t>
            </a:r>
            <a:endParaRPr lang="zh-CN" altLang="en-US" dirty="0">
              <a:solidFill>
                <a:srgbClr val="7F7F7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淘宝-想搞设计PPT(倒卖必究)-37"/>
          <p:cNvSpPr txBox="1"/>
          <p:nvPr/>
        </p:nvSpPr>
        <p:spPr>
          <a:xfrm>
            <a:off x="3661342" y="980284"/>
            <a:ext cx="1285921" cy="33855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Import</a:t>
            </a:r>
            <a:endParaRPr lang="zh-CN" altLang="en-US" dirty="0">
              <a:solidFill>
                <a:srgbClr val="7F7F7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淘宝-想搞设计PPT(倒卖必究)-38"/>
          <p:cNvSpPr/>
          <p:nvPr/>
        </p:nvSpPr>
        <p:spPr>
          <a:xfrm>
            <a:off x="3192202" y="1283016"/>
            <a:ext cx="2218287" cy="890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Upload the processed images to Edge Impulse, create labels and dataset splits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" name="淘宝-想搞设计PPT(倒卖必究)-38"/>
          <p:cNvSpPr/>
          <p:nvPr/>
        </p:nvSpPr>
        <p:spPr>
          <a:xfrm>
            <a:off x="4925738" y="4940365"/>
            <a:ext cx="2393678" cy="890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Choose an image classification neural network as the learning block and set key hyperparameters.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2" name="淘宝-想搞设计PPT(倒卖必究)-37"/>
          <p:cNvSpPr txBox="1"/>
          <p:nvPr/>
        </p:nvSpPr>
        <p:spPr>
          <a:xfrm>
            <a:off x="5241269" y="4256901"/>
            <a:ext cx="177804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altLang="zh-CN" dirty="0"/>
              <a:t>Model &amp; Impulse </a:t>
            </a:r>
          </a:p>
          <a:p>
            <a:pPr algn="ctr"/>
            <a:r>
              <a:rPr lang="en-US" altLang="zh-CN" dirty="0"/>
              <a:t>Design</a:t>
            </a:r>
            <a:endParaRPr lang="zh-CN" altLang="en-US" dirty="0"/>
          </a:p>
        </p:txBody>
      </p:sp>
      <p:sp>
        <p:nvSpPr>
          <p:cNvPr id="55" name="淘宝-想搞设计PPT(倒卖必究)-38"/>
          <p:cNvSpPr/>
          <p:nvPr/>
        </p:nvSpPr>
        <p:spPr>
          <a:xfrm>
            <a:off x="8411676" y="4946312"/>
            <a:ext cx="2714040" cy="890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Check model size, RAM usage and inference time in Edge Impulse to evaluate feasibility on </a:t>
            </a:r>
            <a:r>
              <a:rPr lang="en-US" altLang="zh-CN" sz="1200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OpenMV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H7.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淘宝-想搞设计PPT(倒卖必究)-37"/>
          <p:cNvSpPr txBox="1"/>
          <p:nvPr/>
        </p:nvSpPr>
        <p:spPr>
          <a:xfrm>
            <a:off x="9032680" y="4316245"/>
            <a:ext cx="1457442" cy="33855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Deployment</a:t>
            </a:r>
            <a:endParaRPr lang="zh-CN" altLang="en-US" dirty="0">
              <a:solidFill>
                <a:srgbClr val="7F7F7F"/>
              </a:solidFill>
            </a:endParaRPr>
          </a:p>
        </p:txBody>
      </p:sp>
      <p:pic>
        <p:nvPicPr>
          <p:cNvPr id="1026" name="Picture 2" descr="University of Virginia Logo PNG Transparent (1) – Brands Logos">
            <a:extLst>
              <a:ext uri="{FF2B5EF4-FFF2-40B4-BE49-F238E27FC236}">
                <a16:creationId xmlns:a16="http://schemas.microsoft.com/office/drawing/2014/main" id="{302B55EA-1E66-4EF5-2C97-7C6DB965CA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36" b="41339"/>
          <a:stretch>
            <a:fillRect/>
          </a:stretch>
        </p:blipFill>
        <p:spPr bwMode="auto">
          <a:xfrm>
            <a:off x="7657735" y="6006133"/>
            <a:ext cx="4514850" cy="858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淘宝-想搞设计PPT(倒卖必究)-37">
            <a:extLst>
              <a:ext uri="{FF2B5EF4-FFF2-40B4-BE49-F238E27FC236}">
                <a16:creationId xmlns:a16="http://schemas.microsoft.com/office/drawing/2014/main" id="{94A06E3F-7F56-7633-2452-4C2B2E7FAC7F}"/>
              </a:ext>
            </a:extLst>
          </p:cNvPr>
          <p:cNvSpPr txBox="1"/>
          <p:nvPr/>
        </p:nvSpPr>
        <p:spPr>
          <a:xfrm>
            <a:off x="6963670" y="738616"/>
            <a:ext cx="1992717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</a:t>
            </a: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Tuning</a:t>
            </a:r>
            <a:endParaRPr lang="zh-CN" altLang="en-US" dirty="0">
              <a:solidFill>
                <a:srgbClr val="7F7F7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淘宝-想搞设计PPT(倒卖必究)-38">
            <a:extLst>
              <a:ext uri="{FF2B5EF4-FFF2-40B4-BE49-F238E27FC236}">
                <a16:creationId xmlns:a16="http://schemas.microsoft.com/office/drawing/2014/main" id="{5D8086D8-C264-D4B5-3D07-304D7FE34364}"/>
              </a:ext>
            </a:extLst>
          </p:cNvPr>
          <p:cNvSpPr/>
          <p:nvPr/>
        </p:nvSpPr>
        <p:spPr>
          <a:xfrm>
            <a:off x="6850884" y="1283015"/>
            <a:ext cx="2218287" cy="890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Train the model multiple times on Edge Impulse, tuning epochs, batch size and other parameters.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CEDED4E-20DE-C5E1-76C6-FE06C14AD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91" y="605559"/>
            <a:ext cx="9283267" cy="912091"/>
          </a:xfrm>
        </p:spPr>
        <p:txBody>
          <a:bodyPr>
            <a:no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Image Dataset – Trash Net</a:t>
            </a:r>
            <a:endParaRPr lang="zh-CN" altLang="en-US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 descr="图片包含 桌子, 橙子, 不同, 男人&#10;&#10;AI 生成的内容可能不正确。">
            <a:extLst>
              <a:ext uri="{FF2B5EF4-FFF2-40B4-BE49-F238E27FC236}">
                <a16:creationId xmlns:a16="http://schemas.microsoft.com/office/drawing/2014/main" id="{A3B0EA78-F676-EA93-418E-F6009DF645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236" y="2122316"/>
            <a:ext cx="3490742" cy="349074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A95210B-21B4-B2A4-9F1C-B5CC760C4EC8}"/>
              </a:ext>
            </a:extLst>
          </p:cNvPr>
          <p:cNvSpPr txBox="1"/>
          <p:nvPr/>
        </p:nvSpPr>
        <p:spPr>
          <a:xfrm>
            <a:off x="792235" y="5613058"/>
            <a:ext cx="339061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images from the Trash Net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Plastic / Paper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 /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Glass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淘宝-想搞设计PPT(倒卖必究)-21">
            <a:extLst>
              <a:ext uri="{FF2B5EF4-FFF2-40B4-BE49-F238E27FC236}">
                <a16:creationId xmlns:a16="http://schemas.microsoft.com/office/drawing/2014/main" id="{E0A5E494-BDA4-8AB9-AEC7-141F09B8623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227823" y="1928478"/>
            <a:ext cx="6836229" cy="2667402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Source: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GitHub repository</a:t>
            </a: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Task: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Single-image multi-class classification of household waste</a:t>
            </a: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Classes (4):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glass, metal, paper, plastic</a:t>
            </a: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Image resolution: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512 × 384 pixels (RGB)</a:t>
            </a: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Acquisition setup: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Captured with iPhone cameras under room light</a:t>
            </a: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Total number of images</a:t>
            </a:r>
            <a:r>
              <a: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: 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1,984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charset="0"/>
              <a:buChar char="p"/>
            </a:pPr>
            <a:endParaRPr lang="en-US" altLang="zh-CN" sz="1400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200000"/>
              </a:lnSpc>
            </a:pPr>
            <a:endParaRPr lang="zh-CN" altLang="en-US" sz="1400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04E3C8E4-C0D2-93FA-71F4-CBCDD85B6E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7691" y="4244165"/>
            <a:ext cx="6442745" cy="239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388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etting Started with Edge Impulse">
            <a:extLst>
              <a:ext uri="{FF2B5EF4-FFF2-40B4-BE49-F238E27FC236}">
                <a16:creationId xmlns:a16="http://schemas.microsoft.com/office/drawing/2014/main" id="{F943ADB9-AD5A-A671-6342-7A2CF5E32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3999" y="2731174"/>
            <a:ext cx="4752000" cy="3470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标题 3">
            <a:extLst>
              <a:ext uri="{FF2B5EF4-FFF2-40B4-BE49-F238E27FC236}">
                <a16:creationId xmlns:a16="http://schemas.microsoft.com/office/drawing/2014/main" id="{82DD05D6-FFB9-DDB2-E4CC-606A40EF7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01" y="688216"/>
            <a:ext cx="9912730" cy="708891"/>
          </a:xfrm>
        </p:spPr>
        <p:txBody>
          <a:bodyPr>
            <a:norm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Impulse Platform for Embedded ML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9F79766-08C2-78E8-6CEF-28427584B061}"/>
              </a:ext>
            </a:extLst>
          </p:cNvPr>
          <p:cNvSpPr txBox="1"/>
          <p:nvPr/>
        </p:nvSpPr>
        <p:spPr>
          <a:xfrm>
            <a:off x="0" y="1991619"/>
            <a:ext cx="96369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we use Edge Impulse mainly for image classification of waste.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AB0332CE-53A3-8E49-FF41-568CDD180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380126"/>
              </p:ext>
            </p:extLst>
          </p:nvPr>
        </p:nvGraphicFramePr>
        <p:xfrm>
          <a:off x="76001" y="2513740"/>
          <a:ext cx="6975762" cy="4055525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325254">
                  <a:extLst>
                    <a:ext uri="{9D8B030D-6E8A-4147-A177-3AD203B41FA5}">
                      <a16:colId xmlns:a16="http://schemas.microsoft.com/office/drawing/2014/main" val="1230510667"/>
                    </a:ext>
                  </a:extLst>
                </a:gridCol>
                <a:gridCol w="2325254">
                  <a:extLst>
                    <a:ext uri="{9D8B030D-6E8A-4147-A177-3AD203B41FA5}">
                      <a16:colId xmlns:a16="http://schemas.microsoft.com/office/drawing/2014/main" val="3300010293"/>
                    </a:ext>
                  </a:extLst>
                </a:gridCol>
                <a:gridCol w="2325254">
                  <a:extLst>
                    <a:ext uri="{9D8B030D-6E8A-4147-A177-3AD203B41FA5}">
                      <a16:colId xmlns:a16="http://schemas.microsoft.com/office/drawing/2014/main" val="1295712906"/>
                    </a:ext>
                  </a:extLst>
                </a:gridCol>
              </a:tblGrid>
              <a:tr h="3031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</a:t>
                      </a:r>
                      <a:endParaRPr lang="en-US" altLang="zh-C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B5F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</a:t>
                      </a:r>
                      <a:endParaRPr lang="en-US" altLang="zh-C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B5F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work in this project</a:t>
                      </a:r>
                      <a:endParaRPr lang="en-US" altLang="zh-C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EB5F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5875300"/>
                  </a:ext>
                </a:extLst>
              </a:tr>
              <a:tr h="7440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acquisition</a:t>
                      </a:r>
                    </a:p>
                  </a:txBody>
                  <a:tcPr anchor="ctr"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 and organize datasets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Upload images from Trash Net and create labels in Edge Impulse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5404673"/>
                  </a:ext>
                </a:extLst>
              </a:tr>
              <a:tr h="7440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Impulse design</a:t>
                      </a:r>
                    </a:p>
                  </a:txBody>
                  <a:tcPr anchor="ctr"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 input, preprocessing, classifier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 image size, normalization and image classification block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04138"/>
                  </a:ext>
                </a:extLst>
              </a:tr>
              <a:tr h="7440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training</a:t>
                      </a:r>
                    </a:p>
                  </a:txBody>
                  <a:tcPr anchor="ctr"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 and optimize models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 multiple trainings and tune epochs / batch size / augmentation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433826"/>
                  </a:ext>
                </a:extLst>
              </a:tr>
              <a:tr h="7440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testing</a:t>
                      </a:r>
                    </a:p>
                  </a:txBody>
                  <a:tcPr anchor="ctr"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 model performance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accuracy, loss curves and confusion matrix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7888563"/>
                  </a:ext>
                </a:extLst>
              </a:tr>
              <a:tr h="7440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 (analysis)</a:t>
                      </a:r>
                    </a:p>
                  </a:txBody>
                  <a:tcPr anchor="ctr"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B5F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Prepare export for edge devices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B5F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memory and latency estimates for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OpenMV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H7 target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EB5F0C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B5F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039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3708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>
            <a:extLst>
              <a:ext uri="{FF2B5EF4-FFF2-40B4-BE49-F238E27FC236}">
                <a16:creationId xmlns:a16="http://schemas.microsoft.com/office/drawing/2014/main" id="{03F26D82-8890-307F-EDFB-72A4B9B61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01" y="688216"/>
            <a:ext cx="8766031" cy="708891"/>
          </a:xfrm>
        </p:spPr>
        <p:txBody>
          <a:bodyPr>
            <a:norm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zh-CN" altLang="en-US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0A0B8A-69E7-0A1E-907D-8644FED6C94D}"/>
              </a:ext>
            </a:extLst>
          </p:cNvPr>
          <p:cNvSpPr txBox="1"/>
          <p:nvPr/>
        </p:nvSpPr>
        <p:spPr>
          <a:xfrm>
            <a:off x="41563" y="1972025"/>
            <a:ext cx="121504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preprocessing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images are RGB, resized to 512 × 384 pixels, and stored in class-specific folders (glass, metal, paper, plastic)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9394076-564D-339B-B019-95003FF5A090}"/>
              </a:ext>
            </a:extLst>
          </p:cNvPr>
          <p:cNvSpPr txBox="1"/>
          <p:nvPr/>
        </p:nvSpPr>
        <p:spPr>
          <a:xfrm>
            <a:off x="41563" y="2372135"/>
            <a:ext cx="89718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</a:t>
            </a:r>
            <a:r>
              <a:rPr lang="zh-CN" altLang="en-US" dirty="0"/>
              <a:t> 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preprocessing：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CDDCE64-BD70-A20D-F18E-B8247126F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75" y="3938007"/>
            <a:ext cx="5469201" cy="282535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9458DB7-6B58-65BC-74A0-481257EBD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648" y="3938007"/>
            <a:ext cx="5436128" cy="2825352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D57E7478-1086-31D0-41AD-0E7E912A2FD3}"/>
              </a:ext>
            </a:extLst>
          </p:cNvPr>
          <p:cNvSpPr txBox="1"/>
          <p:nvPr/>
        </p:nvSpPr>
        <p:spPr>
          <a:xfrm>
            <a:off x="2601884" y="2253859"/>
            <a:ext cx="7837714" cy="149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SzPct val="65000"/>
            </a:pP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Resize mode: keep the original aspect ratio</a:t>
            </a:r>
          </a:p>
          <a:p>
            <a:pPr>
              <a:lnSpc>
                <a:spcPct val="200000"/>
              </a:lnSpc>
              <a:buSzPct val="65000"/>
            </a:pP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Convert each 96 × 96 grayscale image into a normalized feature vector.</a:t>
            </a:r>
          </a:p>
          <a:p>
            <a:pPr>
              <a:lnSpc>
                <a:spcPct val="200000"/>
              </a:lnSpc>
              <a:buSzPct val="65000"/>
            </a:pP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4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ms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processing time and 4 KB peak RAM usage</a:t>
            </a:r>
          </a:p>
        </p:txBody>
      </p:sp>
    </p:spTree>
    <p:extLst>
      <p:ext uri="{BB962C8B-B14F-4D97-AF65-F5344CB8AC3E}">
        <p14:creationId xmlns:p14="http://schemas.microsoft.com/office/powerpoint/2010/main" val="3552109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DEA32-C0A9-81B8-009E-E1A33DA89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>
            <a:extLst>
              <a:ext uri="{FF2B5EF4-FFF2-40B4-BE49-F238E27FC236}">
                <a16:creationId xmlns:a16="http://schemas.microsoft.com/office/drawing/2014/main" id="{ECE176ED-3A14-7F67-DC2B-E479C9E58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01" y="688216"/>
            <a:ext cx="8766031" cy="708891"/>
          </a:xfrm>
        </p:spPr>
        <p:txBody>
          <a:bodyPr>
            <a:norm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Impulse Design</a:t>
            </a:r>
            <a:endParaRPr lang="zh-CN" altLang="en-US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76985E7-70A2-3F0E-A8E0-454C358BBD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72" t="28904" r="43739" b="27375"/>
          <a:stretch>
            <a:fillRect/>
          </a:stretch>
        </p:blipFill>
        <p:spPr>
          <a:xfrm>
            <a:off x="693855" y="1931767"/>
            <a:ext cx="5312229" cy="299446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C7C608A-17FC-8318-9AF0-8B603ECD75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740" t="28904" r="1571" b="27375"/>
          <a:stretch>
            <a:fillRect/>
          </a:stretch>
        </p:blipFill>
        <p:spPr>
          <a:xfrm>
            <a:off x="6185917" y="3602529"/>
            <a:ext cx="5312229" cy="299446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7D72F22-C070-755E-870D-BCAE0FA61A73}"/>
              </a:ext>
            </a:extLst>
          </p:cNvPr>
          <p:cNvSpPr txBox="1"/>
          <p:nvPr/>
        </p:nvSpPr>
        <p:spPr>
          <a:xfrm>
            <a:off x="693854" y="4926232"/>
            <a:ext cx="5402146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Use the built-in “Transfer Learning (Images)” block as the image classifier. </a:t>
            </a:r>
          </a:p>
          <a:p>
            <a:r>
              <a:rPr lang="en-US" altLang="zh-CN" dirty="0"/>
              <a:t>The model takes the image features as input and outputs 4 classes: glass, metal, paper and plastic.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CF62784-B03E-FB8B-0662-8A900A2BBC00}"/>
              </a:ext>
            </a:extLst>
          </p:cNvPr>
          <p:cNvSpPr txBox="1"/>
          <p:nvPr/>
        </p:nvSpPr>
        <p:spPr>
          <a:xfrm>
            <a:off x="6185917" y="1878676"/>
            <a:ext cx="574482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size: 96 × 96 pixels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grayscale input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mode: “Fit shortest axis” to keep the aspect ratio when resizing from 512 × 384.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1434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FBB701-C1AC-EB80-0368-F20EAF760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University of Virginia Logo PNG Transparent (1) – Brands Logos">
            <a:extLst>
              <a:ext uri="{FF2B5EF4-FFF2-40B4-BE49-F238E27FC236}">
                <a16:creationId xmlns:a16="http://schemas.microsoft.com/office/drawing/2014/main" id="{BEAF6BEB-C91C-272C-5D73-66723B0123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36" b="41339"/>
          <a:stretch>
            <a:fillRect/>
          </a:stretch>
        </p:blipFill>
        <p:spPr bwMode="auto">
          <a:xfrm>
            <a:off x="8449369" y="6156739"/>
            <a:ext cx="3723215" cy="708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3F03295-0AAF-F8B4-8FD9-C0ABBC38E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0955" y="754812"/>
            <a:ext cx="7443830" cy="5545272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860B8E0D-3982-7D51-3BEA-B2C859757534}"/>
              </a:ext>
            </a:extLst>
          </p:cNvPr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  <a:solidFill>
            <a:srgbClr val="EB5F0C"/>
          </a:solidFill>
        </p:grpSpPr>
        <p:sp>
          <p:nvSpPr>
            <p:cNvPr id="10" name="淘宝-想搞设计PPT(倒卖必究)-5">
              <a:extLst>
                <a:ext uri="{FF2B5EF4-FFF2-40B4-BE49-F238E27FC236}">
                  <a16:creationId xmlns:a16="http://schemas.microsoft.com/office/drawing/2014/main" id="{02F8A99D-45D1-7658-2410-21E4303A3C32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淘宝-想搞设计PPT(倒卖必究)-6">
              <a:extLst>
                <a:ext uri="{FF2B5EF4-FFF2-40B4-BE49-F238E27FC236}">
                  <a16:creationId xmlns:a16="http://schemas.microsoft.com/office/drawing/2014/main" id="{8FD6B6BF-0395-911E-AF17-307519BFDBE0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</a:p>
          </p:txBody>
        </p:sp>
      </p:grpSp>
      <p:sp>
        <p:nvSpPr>
          <p:cNvPr id="13" name="淘宝-想搞设计PPT(倒卖必究)-7">
            <a:extLst>
              <a:ext uri="{FF2B5EF4-FFF2-40B4-BE49-F238E27FC236}">
                <a16:creationId xmlns:a16="http://schemas.microsoft.com/office/drawing/2014/main" id="{F2CA4A8E-93CD-4DF7-78FC-08D61DDE79DB}"/>
              </a:ext>
            </a:extLst>
          </p:cNvPr>
          <p:cNvSpPr txBox="1"/>
          <p:nvPr/>
        </p:nvSpPr>
        <p:spPr>
          <a:xfrm>
            <a:off x="701167" y="144940"/>
            <a:ext cx="774820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en-US" altLang="zh-CN" sz="3200" dirty="0">
                <a:solidFill>
                  <a:srgbClr val="232D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Model configuration &amp; training results</a:t>
            </a:r>
            <a:endParaRPr lang="zh-CN" altLang="en-US" sz="3200" dirty="0">
              <a:solidFill>
                <a:srgbClr val="232D4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9BD228B-3A02-5C14-5496-3D55B55A2189}"/>
              </a:ext>
            </a:extLst>
          </p:cNvPr>
          <p:cNvSpPr txBox="1"/>
          <p:nvPr/>
        </p:nvSpPr>
        <p:spPr>
          <a:xfrm>
            <a:off x="93714" y="749895"/>
            <a:ext cx="4481554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&amp; training settings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Backbone: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MobileNetV2 96×96 0.35 (0.1 dropout)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classes (glass, metal, paper, plastic).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cycles: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45;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size: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32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0.0005.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set: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20% of the data, data augmentation enabled.</a:t>
            </a:r>
          </a:p>
          <a:p>
            <a:pPr>
              <a:spcBef>
                <a:spcPts val="600"/>
              </a:spcBef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performance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72.1%,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loss: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0.66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AUC: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0.92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Precision / Recall / F1: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≈ 0.72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 is easiest to classify (≈89.7% recall), glass and plastic remain harder.</a:t>
            </a:r>
          </a:p>
          <a:p>
            <a:pPr>
              <a:spcBef>
                <a:spcPts val="600"/>
              </a:spcBef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On-device performance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time: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36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(per image).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RAM usage: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≈ 215 KB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 usage: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≈ 536 KB.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Feasible for real-time deployment on </a:t>
            </a:r>
            <a:r>
              <a:rPr lang="en-US" altLang="zh-CN" sz="1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OpenMV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H7.</a:t>
            </a:r>
            <a:endParaRPr lang="zh-CN" alt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241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>
            <a:extLst>
              <a:ext uri="{FF2B5EF4-FFF2-40B4-BE49-F238E27FC236}">
                <a16:creationId xmlns:a16="http://schemas.microsoft.com/office/drawing/2014/main" id="{1A1338C4-3E86-7808-B523-637AF7903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54" y="39996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zh-CN" altLang="en-US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32AEE26-1A67-91B2-EC93-955E3C309069}"/>
              </a:ext>
            </a:extLst>
          </p:cNvPr>
          <p:cNvSpPr txBox="1"/>
          <p:nvPr/>
        </p:nvSpPr>
        <p:spPr>
          <a:xfrm>
            <a:off x="311331" y="2123106"/>
            <a:ext cx="5784669" cy="1987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or augment more samples for the “hard” classes as targeted augmentation.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 set of our own photos that mimic the future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OpenMV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H7 camera viewpoint and background.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5B4B35-38C1-49C1-BA7B-2586EED7ADF2}"/>
              </a:ext>
            </a:extLst>
          </p:cNvPr>
          <p:cNvSpPr txBox="1"/>
          <p:nvPr/>
        </p:nvSpPr>
        <p:spPr>
          <a:xfrm>
            <a:off x="311331" y="4413460"/>
            <a:ext cx="5784669" cy="199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small-range tuning around the current best setup (epochs, learning rate, etc.).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a lighter backbone to further reduce latency on the embedded device.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0E01CCD-9AE4-448A-23FC-D41781D55E2A}"/>
              </a:ext>
            </a:extLst>
          </p:cNvPr>
          <p:cNvSpPr txBox="1"/>
          <p:nvPr/>
        </p:nvSpPr>
        <p:spPr>
          <a:xfrm>
            <a:off x="6381223" y="2123106"/>
            <a:ext cx="5784669" cy="19938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</a:lstStyle>
          <a:p>
            <a:pPr>
              <a:lnSpc>
                <a:spcPct val="15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Deployment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end-to-end deployment: build → deploy → on-device test.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on-device FPS and accuracy, then perform one round of minor model adjustments based on these results.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B033F78-98E1-B9C1-B0E7-0C4D3F20F26F}"/>
              </a:ext>
            </a:extLst>
          </p:cNvPr>
          <p:cNvSpPr txBox="1"/>
          <p:nvPr/>
        </p:nvSpPr>
        <p:spPr>
          <a:xfrm>
            <a:off x="6381222" y="4413460"/>
            <a:ext cx="5784669" cy="124841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</a:lstStyle>
          <a:p>
            <a:pPr>
              <a:lnSpc>
                <a:spcPct val="15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demo video, code repository (Edge Impulse project + board code), and written project report.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9203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-想搞设计PPT(倒卖必究)-5"/>
          <p:cNvSpPr/>
          <p:nvPr/>
        </p:nvSpPr>
        <p:spPr>
          <a:xfrm rot="10800000">
            <a:off x="0" y="-7"/>
            <a:ext cx="12192000" cy="2426618"/>
          </a:xfrm>
          <a:prstGeom prst="rect">
            <a:avLst/>
          </a:prstGeom>
          <a:solidFill>
            <a:srgbClr val="1D5A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淘宝-想搞设计PPT(倒卖必究)-6"/>
          <p:cNvSpPr/>
          <p:nvPr/>
        </p:nvSpPr>
        <p:spPr>
          <a:xfrm rot="10800000">
            <a:off x="0" y="2493941"/>
            <a:ext cx="12192000" cy="70698"/>
          </a:xfrm>
          <a:prstGeom prst="rect">
            <a:avLst/>
          </a:prstGeom>
          <a:solidFill>
            <a:srgbClr val="1D5A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淘宝-想搞设计PPT(倒卖必究)-12"/>
          <p:cNvSpPr txBox="1"/>
          <p:nvPr/>
        </p:nvSpPr>
        <p:spPr>
          <a:xfrm>
            <a:off x="3536239" y="3909427"/>
            <a:ext cx="51195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164F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 for listening</a:t>
            </a:r>
            <a:endParaRPr lang="zh-CN" altLang="en-US" sz="3600" b="1" dirty="0">
              <a:solidFill>
                <a:srgbClr val="164F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淘宝-想搞设计PPT(倒卖必究)-19"/>
          <p:cNvSpPr txBox="1"/>
          <p:nvPr/>
        </p:nvSpPr>
        <p:spPr>
          <a:xfrm>
            <a:off x="323851" y="-24013"/>
            <a:ext cx="11544299" cy="3154706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>
            <a:defPPr>
              <a:defRPr lang="zh-CN"/>
            </a:defPPr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en-US" altLang="zh-CN" sz="19900" b="1" dirty="0">
                <a:solidFill>
                  <a:schemeClr val="bg1">
                    <a:alpha val="10000"/>
                  </a:schemeClr>
                </a:solidFill>
              </a:rPr>
              <a:t>THANKS</a:t>
            </a:r>
            <a:endParaRPr lang="zh-CN" altLang="en-US" sz="19900" b="1" dirty="0">
              <a:solidFill>
                <a:schemeClr val="bg1">
                  <a:alpha val="10000"/>
                </a:schemeClr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876405" y="1196335"/>
            <a:ext cx="2439190" cy="2439192"/>
            <a:chOff x="5007734" y="902247"/>
            <a:chExt cx="2543685" cy="2543686"/>
          </a:xfrm>
        </p:grpSpPr>
        <p:sp>
          <p:nvSpPr>
            <p:cNvPr id="8" name="淘宝-想搞设计PPT(倒卖必究)-8"/>
            <p:cNvSpPr/>
            <p:nvPr/>
          </p:nvSpPr>
          <p:spPr>
            <a:xfrm>
              <a:off x="5007734" y="902247"/>
              <a:ext cx="2543685" cy="2543686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39700" dist="38100" dir="5400000" algn="t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淘宝-想搞设计PPT(倒卖必究)-9"/>
            <p:cNvSpPr/>
            <p:nvPr/>
          </p:nvSpPr>
          <p:spPr>
            <a:xfrm rot="10800000">
              <a:off x="5160137" y="1054647"/>
              <a:ext cx="2213120" cy="221312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innerShdw blurRad="88900">
                <a:prstClr val="black">
                  <a:alpha val="1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淘宝-想搞设计PPT(倒卖必究)-10"/>
            <p:cNvSpPr/>
            <p:nvPr/>
          </p:nvSpPr>
          <p:spPr>
            <a:xfrm rot="10800000">
              <a:off x="5253394" y="1176935"/>
              <a:ext cx="2052364" cy="2052365"/>
            </a:xfrm>
            <a:prstGeom prst="ellipse">
              <a:avLst/>
            </a:prstGeom>
            <a:blipFill dpi="0" rotWithShape="0">
              <a:blip r:embed="rId3" cstate="print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淘宝-想搞设计PPT(倒卖必究)-20"/>
          <p:cNvSpPr/>
          <p:nvPr/>
        </p:nvSpPr>
        <p:spPr>
          <a:xfrm>
            <a:off x="4830714" y="1181254"/>
            <a:ext cx="2490717" cy="249071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Picture 2" descr="University of Virginia Logo PNG Transparent – Brands Logos">
            <a:extLst>
              <a:ext uri="{FF2B5EF4-FFF2-40B4-BE49-F238E27FC236}">
                <a16:creationId xmlns:a16="http://schemas.microsoft.com/office/drawing/2014/main" id="{F735EC56-AAEA-28B2-DFE0-2429FD7E6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515" y="1060483"/>
            <a:ext cx="2780268" cy="2780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淘宝-想搞设计PPT(倒卖必究)-19">
            <a:extLst>
              <a:ext uri="{FF2B5EF4-FFF2-40B4-BE49-F238E27FC236}">
                <a16:creationId xmlns:a16="http://schemas.microsoft.com/office/drawing/2014/main" id="{EF704417-3139-7181-D2EB-128168191150}"/>
              </a:ext>
            </a:extLst>
          </p:cNvPr>
          <p:cNvSpPr txBox="1"/>
          <p:nvPr/>
        </p:nvSpPr>
        <p:spPr>
          <a:xfrm>
            <a:off x="1762258" y="5061500"/>
            <a:ext cx="4260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1D5A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Course</a:t>
            </a:r>
            <a:r>
              <a:rPr lang="zh-CN" altLang="en-US" dirty="0">
                <a:solidFill>
                  <a:srgbClr val="1D5A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solidFill>
                  <a:srgbClr val="1D5A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hardware</a:t>
            </a:r>
            <a:endParaRPr lang="zh-CN" altLang="en-US" dirty="0">
              <a:solidFill>
                <a:srgbClr val="1D5A9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淘宝-想搞设计PPT(倒卖必究)-20">
            <a:extLst>
              <a:ext uri="{FF2B5EF4-FFF2-40B4-BE49-F238E27FC236}">
                <a16:creationId xmlns:a16="http://schemas.microsoft.com/office/drawing/2014/main" id="{A1840185-76B0-EE8F-3EF4-C8F607F37F15}"/>
              </a:ext>
            </a:extLst>
          </p:cNvPr>
          <p:cNvSpPr txBox="1"/>
          <p:nvPr/>
        </p:nvSpPr>
        <p:spPr>
          <a:xfrm>
            <a:off x="1767269" y="5676786"/>
            <a:ext cx="4260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1D5A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Team Name : Circuit Board Layout</a:t>
            </a:r>
            <a:endParaRPr lang="zh-CN" altLang="en-US" dirty="0">
              <a:solidFill>
                <a:srgbClr val="1D5A9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淘宝-想搞设计PPT(倒卖必究)-21">
            <a:extLst>
              <a:ext uri="{FF2B5EF4-FFF2-40B4-BE49-F238E27FC236}">
                <a16:creationId xmlns:a16="http://schemas.microsoft.com/office/drawing/2014/main" id="{198A2774-1E56-C208-CD6A-679AB6A31B7F}"/>
              </a:ext>
            </a:extLst>
          </p:cNvPr>
          <p:cNvSpPr txBox="1"/>
          <p:nvPr/>
        </p:nvSpPr>
        <p:spPr>
          <a:xfrm>
            <a:off x="6525728" y="5061500"/>
            <a:ext cx="42600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1D5A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Members : Mengzi Cheng</a:t>
            </a:r>
          </a:p>
          <a:p>
            <a:r>
              <a:rPr lang="en-US" altLang="zh-CN" dirty="0">
                <a:solidFill>
                  <a:srgbClr val="1D5A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Shuai Tu</a:t>
            </a:r>
          </a:p>
          <a:p>
            <a:r>
              <a:rPr lang="en-US" altLang="zh-CN" dirty="0">
                <a:solidFill>
                  <a:srgbClr val="1D5A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 err="1">
                <a:solidFill>
                  <a:srgbClr val="1D5A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Sirui</a:t>
            </a:r>
            <a:r>
              <a:rPr lang="en-US" altLang="zh-CN" dirty="0">
                <a:solidFill>
                  <a:srgbClr val="1D5A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You</a:t>
            </a:r>
          </a:p>
          <a:p>
            <a:r>
              <a:rPr lang="en-US" altLang="zh-CN" dirty="0">
                <a:solidFill>
                  <a:srgbClr val="1D5A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     </a:t>
            </a:r>
            <a:r>
              <a:rPr lang="en-US" altLang="zh-CN" dirty="0" err="1">
                <a:solidFill>
                  <a:srgbClr val="1D5A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Xueyi</a:t>
            </a:r>
            <a:r>
              <a:rPr lang="en-US" altLang="zh-CN" dirty="0">
                <a:solidFill>
                  <a:srgbClr val="1D5A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Zhang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95,&quot;left&quot;:136.8596062992126,&quot;top&quot;:99,&quot;width&quot;:823.1403937007874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95,&quot;left&quot;:136.8596062992126,&quot;top&quot;:99,&quot;width&quot;:823.140393700787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95,&quot;left&quot;:136.8596062992126,&quot;top&quot;:99,&quot;width&quot;:823.140393700787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95,&quot;left&quot;:136.8596062992126,&quot;top&quot;:99,&quot;width&quot;:823.140393700787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95,&quot;left&quot;:136.8596062992126,&quot;top&quot;:99,&quot;width&quot;:823.140393700787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95,&quot;left&quot;:136.8596062992126,&quot;top&quot;:99,&quot;width&quot;:823.140393700787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95,&quot;left&quot;:136.8596062992126,&quot;top&quot;:99,&quot;width&quot;:823.140393700787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95,&quot;left&quot;:136.8596062992126,&quot;top&quot;:99,&quot;width&quot;:823.1403937007874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95,&quot;left&quot;:136.8596062992126,&quot;top&quot;:99,&quot;width&quot;:823.140393700787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95,&quot;left&quot;:136.8596062992126,&quot;top&quot;:99,&quot;width&quot;:823.140393700787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95,&quot;left&quot;:136.8596062992126,&quot;top&quot;:99,&quot;width&quot;:823.140393700787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95,&quot;left&quot;:136.8596062992126,&quot;top&quot;:99,&quot;width&quot;:823.140393700787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95,&quot;left&quot;:136.8596062992126,&quot;top&quot;:99,&quot;width&quot;:823.140393700787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95,&quot;left&quot;:136.8596062992126,&quot;top&quot;:99,&quot;width&quot;:823.140393700787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95,&quot;left&quot;:136.8596062992126,&quot;top&quot;:99,&quot;width&quot;:823.140393700787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95,&quot;left&quot;:136.8596062992126,&quot;top&quot;:99,&quot;width&quot;:823.140393700787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95,&quot;left&quot;:136.8596062992126,&quot;top&quot;:99,&quot;width&quot;:823.140393700787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95,&quot;left&quot;:136.8596062992126,&quot;top&quot;:99,&quot;width&quot;:823.140393700787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95,&quot;left&quot;:136.8596062992126,&quot;top&quot;:99,&quot;width&quot;:823.140393700787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95,&quot;left&quot;:136.8596062992126,&quot;top&quot;:99,&quot;width&quot;:823.140393700787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95,&quot;left&quot;:136.8596062992126,&quot;top&quot;:99,&quot;width&quot;:823.140393700787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95,&quot;left&quot;:136.8596062992126,&quot;top&quot;:99,&quot;width&quot;:823.140393700787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95,&quot;left&quot;:136.8596062992126,&quot;top&quot;:99,&quot;width&quot;:823.140393700787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95,&quot;left&quot;:136.8596062992126,&quot;top&quot;:99,&quot;width&quot;:823.140393700787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95,&quot;left&quot;:136.8596062992126,&quot;top&quot;:99,&quot;width&quot;:823.140393700787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95,&quot;left&quot;:136.8596062992126,&quot;top&quot;:99,&quot;width&quot;:823.1403937007874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6.0008661417323,&quot;left&quot;:582.0673228346457,&quot;top&quot;:145.10015748031498,&quot;width&quot;:319.36031496063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770</Words>
  <Application>Microsoft Office PowerPoint</Application>
  <PresentationFormat>宽屏</PresentationFormat>
  <Paragraphs>133</Paragraphs>
  <Slides>10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等线</vt:lpstr>
      <vt:lpstr>等线 Light</vt:lpstr>
      <vt:lpstr>微软雅黑</vt:lpstr>
      <vt:lpstr>宋体</vt:lpstr>
      <vt:lpstr>Arial</vt:lpstr>
      <vt:lpstr>Times New Roman</vt:lpstr>
      <vt:lpstr>Wingdings</vt:lpstr>
      <vt:lpstr>Office 主题​​</vt:lpstr>
      <vt:lpstr>PowerPoint 演示文稿</vt:lpstr>
      <vt:lpstr>Contents</vt:lpstr>
      <vt:lpstr>PowerPoint 演示文稿</vt:lpstr>
      <vt:lpstr>Waste Image Dataset – Trash Net</vt:lpstr>
      <vt:lpstr>Edge Impulse Platform for Embedded ML</vt:lpstr>
      <vt:lpstr>Data Preprocessing</vt:lpstr>
      <vt:lpstr>Impulse Design</vt:lpstr>
      <vt:lpstr>PowerPoint 演示文稿</vt:lpstr>
      <vt:lpstr>Future Work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 t</dc:creator>
  <cp:lastModifiedBy>zhangxueyi1028@163.com</cp:lastModifiedBy>
  <cp:revision>11</cp:revision>
  <dcterms:created xsi:type="dcterms:W3CDTF">2025-11-04T01:42:43Z</dcterms:created>
  <dcterms:modified xsi:type="dcterms:W3CDTF">2025-11-17T07:50:28Z</dcterms:modified>
</cp:coreProperties>
</file>